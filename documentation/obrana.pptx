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5" r:id="rId5"/>
    <p:sldMasterId id="2147483724" r:id="rId6"/>
  </p:sldMasterIdLst>
  <p:notesMasterIdLst>
    <p:notesMasterId r:id="rId38"/>
  </p:notesMasterIdLst>
  <p:handoutMasterIdLst>
    <p:handoutMasterId r:id="rId39"/>
  </p:handoutMasterIdLst>
  <p:sldIdLst>
    <p:sldId id="6289" r:id="rId7"/>
    <p:sldId id="7148" r:id="rId8"/>
    <p:sldId id="7174" r:id="rId9"/>
    <p:sldId id="7150" r:id="rId10"/>
    <p:sldId id="7149" r:id="rId11"/>
    <p:sldId id="7175" r:id="rId12"/>
    <p:sldId id="7176" r:id="rId13"/>
    <p:sldId id="7151" r:id="rId14"/>
    <p:sldId id="7152" r:id="rId15"/>
    <p:sldId id="7153" r:id="rId16"/>
    <p:sldId id="7154" r:id="rId17"/>
    <p:sldId id="7155" r:id="rId18"/>
    <p:sldId id="7156" r:id="rId19"/>
    <p:sldId id="7157" r:id="rId20"/>
    <p:sldId id="7158" r:id="rId21"/>
    <p:sldId id="7159" r:id="rId22"/>
    <p:sldId id="7160" r:id="rId23"/>
    <p:sldId id="7161" r:id="rId24"/>
    <p:sldId id="7162" r:id="rId25"/>
    <p:sldId id="7165" r:id="rId26"/>
    <p:sldId id="7166" r:id="rId27"/>
    <p:sldId id="7167" r:id="rId28"/>
    <p:sldId id="7168" r:id="rId29"/>
    <p:sldId id="7180" r:id="rId30"/>
    <p:sldId id="7169" r:id="rId31"/>
    <p:sldId id="7170" r:id="rId32"/>
    <p:sldId id="7177" r:id="rId33"/>
    <p:sldId id="7178" r:id="rId34"/>
    <p:sldId id="7179" r:id="rId35"/>
    <p:sldId id="7164" r:id="rId36"/>
    <p:sldId id="7163" r:id="rId37"/>
  </p:sldIdLst>
  <p:sldSz cx="12192000" cy="6858000"/>
  <p:notesSz cx="9928225" cy="6797675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ordan Gledec" initials="GG" lastIdx="1" clrIdx="0">
    <p:extLst>
      <p:ext uri="{19B8F6BF-5375-455C-9EA6-DF929625EA0E}">
        <p15:presenceInfo xmlns:p15="http://schemas.microsoft.com/office/powerpoint/2012/main" userId="S::gledec@fer.hr::9f499ba0-be08-44a8-8a6f-8eab7220b7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2C3E50"/>
    <a:srgbClr val="ECB000"/>
    <a:srgbClr val="00003F"/>
    <a:srgbClr val="00002D"/>
    <a:srgbClr val="3B3B3B"/>
    <a:srgbClr val="BFBFBF"/>
    <a:srgbClr val="EBEAE8"/>
    <a:srgbClr val="363636"/>
    <a:srgbClr val="0200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3482F4-56E7-782E-6A13-E0A004468FFD}" v="491" dt="2024-09-16T00:32:07.237"/>
    <p1510:client id="{309DA2EF-5380-15B6-B41A-2240A5FC9858}" v="104" dt="2024-09-15T13:28:48.846"/>
    <p1510:client id="{7E4CB29E-07FE-E959-82E6-517CF5F0431F}" v="20" dt="2024-09-16T08:31:46.323"/>
    <p1510:client id="{95A55E72-5C9E-EFDB-4D73-C035F581E2BD}" v="485" dt="2024-09-16T07:25:10.069"/>
    <p1510:client id="{9C686646-5CF6-F3E4-C6D0-A3A8FFA9CD39}" v="3" dt="2024-09-15T15:47:23.997"/>
    <p1510:client id="{F12EEC52-3A7B-F040-BB28-76F56E98C1CF}" v="2082" dt="2024-09-15T22:54:31.5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heme" Target="theme/theme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notesMaster" Target="notesMasters/notesMaster1.xml"/><Relationship Id="rId46" Type="http://schemas.microsoft.com/office/2015/10/relationships/revisionInfo" Target="revisionInfo.xml"/><Relationship Id="rId20" Type="http://schemas.openxmlformats.org/officeDocument/2006/relationships/slide" Target="slides/slide14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agić" userId="S::ab51578@fer.hr::ed39d802-e95b-4021-8922-c087cd44f7d0" providerId="AD" clId="Web-{9C686646-5CF6-F3E4-C6D0-A3A8FFA9CD39}"/>
    <pc:docChg chg="modSld">
      <pc:chgData name="Ana Bagić" userId="S::ab51578@fer.hr::ed39d802-e95b-4021-8922-c087cd44f7d0" providerId="AD" clId="Web-{9C686646-5CF6-F3E4-C6D0-A3A8FFA9CD39}" dt="2024-09-15T15:47:23.997" v="2" actId="20577"/>
      <pc:docMkLst>
        <pc:docMk/>
      </pc:docMkLst>
      <pc:sldChg chg="modSp">
        <pc:chgData name="Ana Bagić" userId="S::ab51578@fer.hr::ed39d802-e95b-4021-8922-c087cd44f7d0" providerId="AD" clId="Web-{9C686646-5CF6-F3E4-C6D0-A3A8FFA9CD39}" dt="2024-09-15T15:47:23.997" v="2" actId="20577"/>
        <pc:sldMkLst>
          <pc:docMk/>
          <pc:sldMk cId="3971470068" sldId="7163"/>
        </pc:sldMkLst>
        <pc:spChg chg="mod">
          <ac:chgData name="Ana Bagić" userId="S::ab51578@fer.hr::ed39d802-e95b-4021-8922-c087cd44f7d0" providerId="AD" clId="Web-{9C686646-5CF6-F3E4-C6D0-A3A8FFA9CD39}" dt="2024-09-15T15:47:23.997" v="2" actId="20577"/>
          <ac:spMkLst>
            <pc:docMk/>
            <pc:sldMk cId="3971470068" sldId="7163"/>
            <ac:spMk id="2" creationId="{58B15521-4940-48E6-B15D-4B1CA9121A6D}"/>
          </ac:spMkLst>
        </pc:spChg>
      </pc:sldChg>
    </pc:docChg>
  </pc:docChgLst>
  <pc:docChgLst>
    <pc:chgData clId="Web-{0E3482F4-56E7-782E-6A13-E0A004468FFD}"/>
    <pc:docChg chg="modSld">
      <pc:chgData name="" userId="" providerId="" clId="Web-{0E3482F4-56E7-782E-6A13-E0A004468FFD}" dt="2024-09-15T23:56:13.353" v="0"/>
      <pc:docMkLst>
        <pc:docMk/>
      </pc:docMkLst>
      <pc:sldChg chg="modSp">
        <pc:chgData name="" userId="" providerId="" clId="Web-{0E3482F4-56E7-782E-6A13-E0A004468FFD}" dt="2024-09-15T23:56:13.353" v="0"/>
        <pc:sldMkLst>
          <pc:docMk/>
          <pc:sldMk cId="2638496501" sldId="7157"/>
        </pc:sldMkLst>
        <pc:picChg chg="mod">
          <ac:chgData name="" userId="" providerId="" clId="Web-{0E3482F4-56E7-782E-6A13-E0A004468FFD}" dt="2024-09-15T23:56:13.353" v="0"/>
          <ac:picMkLst>
            <pc:docMk/>
            <pc:sldMk cId="2638496501" sldId="7157"/>
            <ac:picMk id="6" creationId="{3B12FB66-DEEE-9761-D3E9-1C8EDC069E5B}"/>
          </ac:picMkLst>
        </pc:picChg>
      </pc:sldChg>
    </pc:docChg>
  </pc:docChgLst>
  <pc:docChgLst>
    <pc:chgData name="Ana Bagić" userId="S::ab51578@fer.hr::ed39d802-e95b-4021-8922-c087cd44f7d0" providerId="AD" clId="Web-{0E3482F4-56E7-782E-6A13-E0A004468FFD}"/>
    <pc:docChg chg="modSld">
      <pc:chgData name="Ana Bagić" userId="S::ab51578@fer.hr::ed39d802-e95b-4021-8922-c087cd44f7d0" providerId="AD" clId="Web-{0E3482F4-56E7-782E-6A13-E0A004468FFD}" dt="2024-09-16T00:32:05.518" v="707" actId="20577"/>
      <pc:docMkLst>
        <pc:docMk/>
      </pc:docMkLst>
      <pc:sldChg chg="addSp modSp modNotes">
        <pc:chgData name="Ana Bagić" userId="S::ab51578@fer.hr::ed39d802-e95b-4021-8922-c087cd44f7d0" providerId="AD" clId="Web-{0E3482F4-56E7-782E-6A13-E0A004468FFD}" dt="2024-09-16T00:01:54.944" v="52"/>
        <pc:sldMkLst>
          <pc:docMk/>
          <pc:sldMk cId="2638496501" sldId="7157"/>
        </pc:sldMkLst>
        <pc:spChg chg="mod">
          <ac:chgData name="Ana Bagić" userId="S::ab51578@fer.hr::ed39d802-e95b-4021-8922-c087cd44f7d0" providerId="AD" clId="Web-{0E3482F4-56E7-782E-6A13-E0A004468FFD}" dt="2024-09-16T00:01:10.661" v="39" actId="20577"/>
          <ac:spMkLst>
            <pc:docMk/>
            <pc:sldMk cId="2638496501" sldId="7157"/>
            <ac:spMk id="2" creationId="{F5603CF1-628B-430C-8EC9-994077C67D74}"/>
          </ac:spMkLst>
        </pc:spChg>
        <pc:picChg chg="add mod">
          <ac:chgData name="Ana Bagić" userId="S::ab51578@fer.hr::ed39d802-e95b-4021-8922-c087cd44f7d0" providerId="AD" clId="Web-{0E3482F4-56E7-782E-6A13-E0A004468FFD}" dt="2024-09-16T00:00:03.799" v="31" actId="1076"/>
          <ac:picMkLst>
            <pc:docMk/>
            <pc:sldMk cId="2638496501" sldId="7157"/>
            <ac:picMk id="5" creationId="{22BE38EF-BF95-17EF-68E3-7EE1FDC3938E}"/>
          </ac:picMkLst>
        </pc:picChg>
        <pc:picChg chg="add mod">
          <ac:chgData name="Ana Bagić" userId="S::ab51578@fer.hr::ed39d802-e95b-4021-8922-c087cd44f7d0" providerId="AD" clId="Web-{0E3482F4-56E7-782E-6A13-E0A004468FFD}" dt="2024-09-15T23:59:59.799" v="30" actId="14100"/>
          <ac:picMkLst>
            <pc:docMk/>
            <pc:sldMk cId="2638496501" sldId="7157"/>
            <ac:picMk id="6" creationId="{3B12FB66-DEEE-9761-D3E9-1C8EDC069E5B}"/>
          </ac:picMkLst>
        </pc:picChg>
      </pc:sldChg>
      <pc:sldChg chg="modSp modNotes">
        <pc:chgData name="Ana Bagić" userId="S::ab51578@fer.hr::ed39d802-e95b-4021-8922-c087cd44f7d0" providerId="AD" clId="Web-{0E3482F4-56E7-782E-6A13-E0A004468FFD}" dt="2024-09-16T00:11:40.926" v="391"/>
        <pc:sldMkLst>
          <pc:docMk/>
          <pc:sldMk cId="3963310431" sldId="7158"/>
        </pc:sldMkLst>
        <pc:spChg chg="mod">
          <ac:chgData name="Ana Bagić" userId="S::ab51578@fer.hr::ed39d802-e95b-4021-8922-c087cd44f7d0" providerId="AD" clId="Web-{0E3482F4-56E7-782E-6A13-E0A004468FFD}" dt="2024-09-16T00:10:23.938" v="369" actId="1076"/>
          <ac:spMkLst>
            <pc:docMk/>
            <pc:sldMk cId="3963310431" sldId="7158"/>
            <ac:spMk id="2" creationId="{52C5B82F-7AEF-42A8-BCD7-AB22029222DF}"/>
          </ac:spMkLst>
        </pc:spChg>
        <pc:picChg chg="mod">
          <ac:chgData name="Ana Bagić" userId="S::ab51578@fer.hr::ed39d802-e95b-4021-8922-c087cd44f7d0" providerId="AD" clId="Web-{0E3482F4-56E7-782E-6A13-E0A004468FFD}" dt="2024-09-16T00:10:25.720" v="370" actId="1076"/>
          <ac:picMkLst>
            <pc:docMk/>
            <pc:sldMk cId="3963310431" sldId="7158"/>
            <ac:picMk id="9" creationId="{EB5C6FDB-62AA-A30F-E27F-9722FF43651C}"/>
          </ac:picMkLst>
        </pc:picChg>
      </pc:sldChg>
      <pc:sldChg chg="modSp modNotes">
        <pc:chgData name="Ana Bagić" userId="S::ab51578@fer.hr::ed39d802-e95b-4021-8922-c087cd44f7d0" providerId="AD" clId="Web-{0E3482F4-56E7-782E-6A13-E0A004468FFD}" dt="2024-09-16T00:17:13.944" v="495" actId="14100"/>
        <pc:sldMkLst>
          <pc:docMk/>
          <pc:sldMk cId="2989922940" sldId="7159"/>
        </pc:sldMkLst>
        <pc:spChg chg="mod">
          <ac:chgData name="Ana Bagić" userId="S::ab51578@fer.hr::ed39d802-e95b-4021-8922-c087cd44f7d0" providerId="AD" clId="Web-{0E3482F4-56E7-782E-6A13-E0A004468FFD}" dt="2024-09-16T00:17:13.944" v="495" actId="14100"/>
          <ac:spMkLst>
            <pc:docMk/>
            <pc:sldMk cId="2989922940" sldId="7159"/>
            <ac:spMk id="2" creationId="{AF5A3645-BE6C-45BB-B172-A2D2C7C9CB46}"/>
          </ac:spMkLst>
        </pc:spChg>
        <pc:picChg chg="mod">
          <ac:chgData name="Ana Bagić" userId="S::ab51578@fer.hr::ed39d802-e95b-4021-8922-c087cd44f7d0" providerId="AD" clId="Web-{0E3482F4-56E7-782E-6A13-E0A004468FFD}" dt="2024-09-16T00:16:46.943" v="480" actId="14100"/>
          <ac:picMkLst>
            <pc:docMk/>
            <pc:sldMk cId="2989922940" sldId="7159"/>
            <ac:picMk id="5" creationId="{5A86CC83-BF61-9EA8-7BB4-860E46024221}"/>
          </ac:picMkLst>
        </pc:picChg>
      </pc:sldChg>
      <pc:sldChg chg="delSp modSp">
        <pc:chgData name="Ana Bagić" userId="S::ab51578@fer.hr::ed39d802-e95b-4021-8922-c087cd44f7d0" providerId="AD" clId="Web-{0E3482F4-56E7-782E-6A13-E0A004468FFD}" dt="2024-09-16T00:20:58.834" v="508" actId="20577"/>
        <pc:sldMkLst>
          <pc:docMk/>
          <pc:sldMk cId="3151312127" sldId="7161"/>
        </pc:sldMkLst>
        <pc:spChg chg="mod">
          <ac:chgData name="Ana Bagić" userId="S::ab51578@fer.hr::ed39d802-e95b-4021-8922-c087cd44f7d0" providerId="AD" clId="Web-{0E3482F4-56E7-782E-6A13-E0A004468FFD}" dt="2024-09-16T00:20:58.834" v="508" actId="20577"/>
          <ac:spMkLst>
            <pc:docMk/>
            <pc:sldMk cId="3151312127" sldId="7161"/>
            <ac:spMk id="2" creationId="{29C9CD75-11CB-4A2B-B793-1B804A6A841B}"/>
          </ac:spMkLst>
        </pc:spChg>
        <pc:spChg chg="mod">
          <ac:chgData name="Ana Bagić" userId="S::ab51578@fer.hr::ed39d802-e95b-4021-8922-c087cd44f7d0" providerId="AD" clId="Web-{0E3482F4-56E7-782E-6A13-E0A004468FFD}" dt="2024-09-16T00:20:45.896" v="503" actId="20577"/>
          <ac:spMkLst>
            <pc:docMk/>
            <pc:sldMk cId="3151312127" sldId="7161"/>
            <ac:spMk id="3" creationId="{0FBA901B-E94C-4EDF-AC0D-91D8FDB30764}"/>
          </ac:spMkLst>
        </pc:spChg>
        <pc:picChg chg="del">
          <ac:chgData name="Ana Bagić" userId="S::ab51578@fer.hr::ed39d802-e95b-4021-8922-c087cd44f7d0" providerId="AD" clId="Web-{0E3482F4-56E7-782E-6A13-E0A004468FFD}" dt="2024-09-16T00:20:53.271" v="505"/>
          <ac:picMkLst>
            <pc:docMk/>
            <pc:sldMk cId="3151312127" sldId="7161"/>
            <ac:picMk id="6" creationId="{FCDC83B2-6E83-4E60-8CD2-A8EC853C8080}"/>
          </ac:picMkLst>
        </pc:picChg>
      </pc:sldChg>
      <pc:sldChg chg="delSp modSp">
        <pc:chgData name="Ana Bagić" userId="S::ab51578@fer.hr::ed39d802-e95b-4021-8922-c087cd44f7d0" providerId="AD" clId="Web-{0E3482F4-56E7-782E-6A13-E0A004468FFD}" dt="2024-09-16T00:21:07.006" v="512" actId="20577"/>
        <pc:sldMkLst>
          <pc:docMk/>
          <pc:sldMk cId="232741128" sldId="7162"/>
        </pc:sldMkLst>
        <pc:spChg chg="mod">
          <ac:chgData name="Ana Bagić" userId="S::ab51578@fer.hr::ed39d802-e95b-4021-8922-c087cd44f7d0" providerId="AD" clId="Web-{0E3482F4-56E7-782E-6A13-E0A004468FFD}" dt="2024-09-16T00:21:07.006" v="512" actId="20577"/>
          <ac:spMkLst>
            <pc:docMk/>
            <pc:sldMk cId="232741128" sldId="7162"/>
            <ac:spMk id="2" creationId="{931D5A13-6D03-4B08-81C3-65787DE15986}"/>
          </ac:spMkLst>
        </pc:spChg>
        <pc:spChg chg="mod">
          <ac:chgData name="Ana Bagić" userId="S::ab51578@fer.hr::ed39d802-e95b-4021-8922-c087cd44f7d0" providerId="AD" clId="Web-{0E3482F4-56E7-782E-6A13-E0A004468FFD}" dt="2024-09-16T00:20:49.724" v="504" actId="20577"/>
          <ac:spMkLst>
            <pc:docMk/>
            <pc:sldMk cId="232741128" sldId="7162"/>
            <ac:spMk id="3" creationId="{E9007A19-B300-476D-965A-4E5042D89B32}"/>
          </ac:spMkLst>
        </pc:spChg>
        <pc:picChg chg="del">
          <ac:chgData name="Ana Bagić" userId="S::ab51578@fer.hr::ed39d802-e95b-4021-8922-c087cd44f7d0" providerId="AD" clId="Web-{0E3482F4-56E7-782E-6A13-E0A004468FFD}" dt="2024-09-16T00:21:02.615" v="509"/>
          <ac:picMkLst>
            <pc:docMk/>
            <pc:sldMk cId="232741128" sldId="7162"/>
            <ac:picMk id="6" creationId="{548E667E-2D22-4E68-A663-9A9896F0A9AE}"/>
          </ac:picMkLst>
        </pc:picChg>
      </pc:sldChg>
      <pc:sldChg chg="modSp">
        <pc:chgData name="Ana Bagić" userId="S::ab51578@fer.hr::ed39d802-e95b-4021-8922-c087cd44f7d0" providerId="AD" clId="Web-{0E3482F4-56E7-782E-6A13-E0A004468FFD}" dt="2024-09-16T00:22:33.087" v="542" actId="20577"/>
        <pc:sldMkLst>
          <pc:docMk/>
          <pc:sldMk cId="2163193518" sldId="7166"/>
        </pc:sldMkLst>
        <pc:spChg chg="mod">
          <ac:chgData name="Ana Bagić" userId="S::ab51578@fer.hr::ed39d802-e95b-4021-8922-c087cd44f7d0" providerId="AD" clId="Web-{0E3482F4-56E7-782E-6A13-E0A004468FFD}" dt="2024-09-16T00:22:33.087" v="542" actId="20577"/>
          <ac:spMkLst>
            <pc:docMk/>
            <pc:sldMk cId="2163193518" sldId="7166"/>
            <ac:spMk id="2" creationId="{D9C949FC-E3E6-4461-9DD6-EBF1233D4BCA}"/>
          </ac:spMkLst>
        </pc:spChg>
        <pc:spChg chg="mod">
          <ac:chgData name="Ana Bagić" userId="S::ab51578@fer.hr::ed39d802-e95b-4021-8922-c087cd44f7d0" providerId="AD" clId="Web-{0E3482F4-56E7-782E-6A13-E0A004468FFD}" dt="2024-09-16T00:22:29.478" v="541" actId="20577"/>
          <ac:spMkLst>
            <pc:docMk/>
            <pc:sldMk cId="2163193518" sldId="7166"/>
            <ac:spMk id="3" creationId="{67B4195B-52F3-4B4A-8B88-47EE66D540A3}"/>
          </ac:spMkLst>
        </pc:spChg>
      </pc:sldChg>
      <pc:sldChg chg="addSp delSp modSp mod setBg modNotes">
        <pc:chgData name="Ana Bagić" userId="S::ab51578@fer.hr::ed39d802-e95b-4021-8922-c087cd44f7d0" providerId="AD" clId="Web-{0E3482F4-56E7-782E-6A13-E0A004468FFD}" dt="2024-09-16T00:32:05.518" v="707" actId="20577"/>
        <pc:sldMkLst>
          <pc:docMk/>
          <pc:sldMk cId="2972152588" sldId="7167"/>
        </pc:sldMkLst>
        <pc:spChg chg="mod ord">
          <ac:chgData name="Ana Bagić" userId="S::ab51578@fer.hr::ed39d802-e95b-4021-8922-c087cd44f7d0" providerId="AD" clId="Web-{0E3482F4-56E7-782E-6A13-E0A004468FFD}" dt="2024-09-16T00:32:05.518" v="707" actId="20577"/>
          <ac:spMkLst>
            <pc:docMk/>
            <pc:sldMk cId="2972152588" sldId="7167"/>
            <ac:spMk id="2" creationId="{211521F6-A7B2-4853-B828-CD54AB60C071}"/>
          </ac:spMkLst>
        </pc:spChg>
        <pc:spChg chg="mod">
          <ac:chgData name="Ana Bagić" userId="S::ab51578@fer.hr::ed39d802-e95b-4021-8922-c087cd44f7d0" providerId="AD" clId="Web-{0E3482F4-56E7-782E-6A13-E0A004468FFD}" dt="2024-09-16T00:30:07.167" v="600"/>
          <ac:spMkLst>
            <pc:docMk/>
            <pc:sldMk cId="2972152588" sldId="7167"/>
            <ac:spMk id="3" creationId="{CEEC00E1-93BE-49BE-A907-C3722138796E}"/>
          </ac:spMkLst>
        </pc:spChg>
        <pc:spChg chg="mod ord">
          <ac:chgData name="Ana Bagić" userId="S::ab51578@fer.hr::ed39d802-e95b-4021-8922-c087cd44f7d0" providerId="AD" clId="Web-{0E3482F4-56E7-782E-6A13-E0A004468FFD}" dt="2024-09-16T00:30:07.167" v="600"/>
          <ac:spMkLst>
            <pc:docMk/>
            <pc:sldMk cId="2972152588" sldId="7167"/>
            <ac:spMk id="4" creationId="{0B0BF91F-7D2F-4FE2-AE92-F85505948DEF}"/>
          </ac:spMkLst>
        </pc:spChg>
        <pc:spChg chg="add del">
          <ac:chgData name="Ana Bagić" userId="S::ab51578@fer.hr::ed39d802-e95b-4021-8922-c087cd44f7d0" providerId="AD" clId="Web-{0E3482F4-56E7-782E-6A13-E0A004468FFD}" dt="2024-09-16T00:30:07.167" v="600"/>
          <ac:spMkLst>
            <pc:docMk/>
            <pc:sldMk cId="2972152588" sldId="7167"/>
            <ac:spMk id="8" creationId="{A3363022-C969-41E9-8EB2-E4C94908C1FA}"/>
          </ac:spMkLst>
        </pc:spChg>
        <pc:spChg chg="add del">
          <ac:chgData name="Ana Bagić" userId="S::ab51578@fer.hr::ed39d802-e95b-4021-8922-c087cd44f7d0" providerId="AD" clId="Web-{0E3482F4-56E7-782E-6A13-E0A004468FFD}" dt="2024-09-16T00:30:07.167" v="600"/>
          <ac:spMkLst>
            <pc:docMk/>
            <pc:sldMk cId="2972152588" sldId="7167"/>
            <ac:spMk id="9" creationId="{8D1AD6B3-BE88-4CEB-BA17-790657CC4729}"/>
          </ac:spMkLst>
        </pc:spChg>
        <pc:spChg chg="del">
          <ac:chgData name="Ana Bagić" userId="S::ab51578@fer.hr::ed39d802-e95b-4021-8922-c087cd44f7d0" providerId="AD" clId="Web-{0E3482F4-56E7-782E-6A13-E0A004468FFD}" dt="2024-09-16T00:21:44.617" v="518"/>
          <ac:spMkLst>
            <pc:docMk/>
            <pc:sldMk cId="2972152588" sldId="7167"/>
            <ac:spMk id="95" creationId="{C597E2C6-9F12-4F98-BCBA-B64D3CE9AB21}"/>
          </ac:spMkLst>
        </pc:spChg>
        <pc:grpChg chg="add del">
          <ac:chgData name="Ana Bagić" userId="S::ab51578@fer.hr::ed39d802-e95b-4021-8922-c087cd44f7d0" providerId="AD" clId="Web-{0E3482F4-56E7-782E-6A13-E0A004468FFD}" dt="2024-09-16T00:30:07.167" v="600"/>
          <ac:grpSpMkLst>
            <pc:docMk/>
            <pc:sldMk cId="2972152588" sldId="7167"/>
            <ac:grpSpMk id="10" creationId="{89D1390B-7E13-4B4F-9CB2-391063412E54}"/>
          </ac:grpSpMkLst>
        </pc:grpChg>
        <pc:grpChg chg="del">
          <ac:chgData name="Ana Bagić" userId="S::ab51578@fer.hr::ed39d802-e95b-4021-8922-c087cd44f7d0" providerId="AD" clId="Web-{0E3482F4-56E7-782E-6A13-E0A004468FFD}" dt="2024-09-16T00:21:44.617" v="519"/>
          <ac:grpSpMkLst>
            <pc:docMk/>
            <pc:sldMk cId="2972152588" sldId="7167"/>
            <ac:grpSpMk id="67" creationId="{84D3A2FD-2574-47DE-AB2F-5112B6424309}"/>
          </ac:grpSpMkLst>
        </pc:grpChg>
        <pc:picChg chg="add mod modCrop">
          <ac:chgData name="Ana Bagić" userId="S::ab51578@fer.hr::ed39d802-e95b-4021-8922-c087cd44f7d0" providerId="AD" clId="Web-{0E3482F4-56E7-782E-6A13-E0A004468FFD}" dt="2024-09-16T00:30:07.167" v="600"/>
          <ac:picMkLst>
            <pc:docMk/>
            <pc:sldMk cId="2972152588" sldId="7167"/>
            <ac:picMk id="6" creationId="{2BC3DCF2-86F5-E51E-73FB-B7213F96525C}"/>
          </ac:picMkLst>
        </pc:picChg>
        <pc:picChg chg="del mod">
          <ac:chgData name="Ana Bagić" userId="S::ab51578@fer.hr::ed39d802-e95b-4021-8922-c087cd44f7d0" providerId="AD" clId="Web-{0E3482F4-56E7-782E-6A13-E0A004468FFD}" dt="2024-09-16T00:21:45.164" v="533"/>
          <ac:picMkLst>
            <pc:docMk/>
            <pc:sldMk cId="2972152588" sldId="7167"/>
            <ac:picMk id="79" creationId="{14E381C3-13B3-45FA-A638-90971BA29BE9}"/>
          </ac:picMkLst>
        </pc:picChg>
        <pc:inkChg chg="del">
          <ac:chgData name="Ana Bagić" userId="S::ab51578@fer.hr::ed39d802-e95b-4021-8922-c087cd44f7d0" providerId="AD" clId="Web-{0E3482F4-56E7-782E-6A13-E0A004468FFD}" dt="2024-09-16T00:21:44.632" v="531"/>
          <ac:inkMkLst>
            <pc:docMk/>
            <pc:sldMk cId="2972152588" sldId="7167"/>
            <ac:inkMk id="11" creationId="{C6241C86-49DA-49E1-94B8-9E23F78490EE}"/>
          </ac:inkMkLst>
        </pc:inkChg>
        <pc:inkChg chg="del">
          <ac:chgData name="Ana Bagić" userId="S::ab51578@fer.hr::ed39d802-e95b-4021-8922-c087cd44f7d0" providerId="AD" clId="Web-{0E3482F4-56E7-782E-6A13-E0A004468FFD}" dt="2024-09-16T00:21:44.632" v="530"/>
          <ac:inkMkLst>
            <pc:docMk/>
            <pc:sldMk cId="2972152588" sldId="7167"/>
            <ac:inkMk id="12" creationId="{39B47E69-FD95-48AC-8B99-F55ECDD317FC}"/>
          </ac:inkMkLst>
        </pc:inkChg>
        <pc:inkChg chg="del">
          <ac:chgData name="Ana Bagić" userId="S::ab51578@fer.hr::ed39d802-e95b-4021-8922-c087cd44f7d0" providerId="AD" clId="Web-{0E3482F4-56E7-782E-6A13-E0A004468FFD}" dt="2024-09-16T00:21:44.632" v="529"/>
          <ac:inkMkLst>
            <pc:docMk/>
            <pc:sldMk cId="2972152588" sldId="7167"/>
            <ac:inkMk id="13" creationId="{1E46529A-A334-46BE-AE11-92FB8AD39804}"/>
          </ac:inkMkLst>
        </pc:inkChg>
        <pc:inkChg chg="del">
          <ac:chgData name="Ana Bagić" userId="S::ab51578@fer.hr::ed39d802-e95b-4021-8922-c087cd44f7d0" providerId="AD" clId="Web-{0E3482F4-56E7-782E-6A13-E0A004468FFD}" dt="2024-09-16T00:21:44.632" v="528"/>
          <ac:inkMkLst>
            <pc:docMk/>
            <pc:sldMk cId="2972152588" sldId="7167"/>
            <ac:inkMk id="14" creationId="{21FF3A85-796D-4390-8700-48274FE31E7C}"/>
          </ac:inkMkLst>
        </pc:inkChg>
        <pc:inkChg chg="del">
          <ac:chgData name="Ana Bagić" userId="S::ab51578@fer.hr::ed39d802-e95b-4021-8922-c087cd44f7d0" providerId="AD" clId="Web-{0E3482F4-56E7-782E-6A13-E0A004468FFD}" dt="2024-09-16T00:21:44.617" v="527"/>
          <ac:inkMkLst>
            <pc:docMk/>
            <pc:sldMk cId="2972152588" sldId="7167"/>
            <ac:inkMk id="15" creationId="{539C7B8D-14FE-40A8-86F4-ECCFA9E6986B}"/>
          </ac:inkMkLst>
        </pc:inkChg>
        <pc:inkChg chg="del">
          <ac:chgData name="Ana Bagić" userId="S::ab51578@fer.hr::ed39d802-e95b-4021-8922-c087cd44f7d0" providerId="AD" clId="Web-{0E3482F4-56E7-782E-6A13-E0A004468FFD}" dt="2024-09-16T00:21:44.617" v="526"/>
          <ac:inkMkLst>
            <pc:docMk/>
            <pc:sldMk cId="2972152588" sldId="7167"/>
            <ac:inkMk id="16" creationId="{B7B6FFF3-197F-4D3C-BB85-C6722BDA72F2}"/>
          </ac:inkMkLst>
        </pc:inkChg>
        <pc:inkChg chg="del">
          <ac:chgData name="Ana Bagić" userId="S::ab51578@fer.hr::ed39d802-e95b-4021-8922-c087cd44f7d0" providerId="AD" clId="Web-{0E3482F4-56E7-782E-6A13-E0A004468FFD}" dt="2024-09-16T00:21:44.617" v="525"/>
          <ac:inkMkLst>
            <pc:docMk/>
            <pc:sldMk cId="2972152588" sldId="7167"/>
            <ac:inkMk id="22" creationId="{FD864558-2E82-4E5D-8EA5-68CBE8914694}"/>
          </ac:inkMkLst>
        </pc:inkChg>
        <pc:inkChg chg="del">
          <ac:chgData name="Ana Bagić" userId="S::ab51578@fer.hr::ed39d802-e95b-4021-8922-c087cd44f7d0" providerId="AD" clId="Web-{0E3482F4-56E7-782E-6A13-E0A004468FFD}" dt="2024-09-16T00:21:44.617" v="524"/>
          <ac:inkMkLst>
            <pc:docMk/>
            <pc:sldMk cId="2972152588" sldId="7167"/>
            <ac:inkMk id="27" creationId="{25D65836-0747-48EA-8E04-1E31A5E0AE68}"/>
          </ac:inkMkLst>
        </pc:inkChg>
        <pc:inkChg chg="del">
          <ac:chgData name="Ana Bagić" userId="S::ab51578@fer.hr::ed39d802-e95b-4021-8922-c087cd44f7d0" providerId="AD" clId="Web-{0E3482F4-56E7-782E-6A13-E0A004468FFD}" dt="2024-09-16T00:21:44.617" v="523"/>
          <ac:inkMkLst>
            <pc:docMk/>
            <pc:sldMk cId="2972152588" sldId="7167"/>
            <ac:inkMk id="28" creationId="{BC494782-052D-4AAC-9BE2-FE1017D287DF}"/>
          </ac:inkMkLst>
        </pc:inkChg>
        <pc:inkChg chg="del">
          <ac:chgData name="Ana Bagić" userId="S::ab51578@fer.hr::ed39d802-e95b-4021-8922-c087cd44f7d0" providerId="AD" clId="Web-{0E3482F4-56E7-782E-6A13-E0A004468FFD}" dt="2024-09-16T00:21:44.617" v="522"/>
          <ac:inkMkLst>
            <pc:docMk/>
            <pc:sldMk cId="2972152588" sldId="7167"/>
            <ac:inkMk id="32" creationId="{8AA5777C-58B5-41D0-82A5-6C8ADC28647A}"/>
          </ac:inkMkLst>
        </pc:inkChg>
        <pc:inkChg chg="del">
          <ac:chgData name="Ana Bagić" userId="S::ab51578@fer.hr::ed39d802-e95b-4021-8922-c087cd44f7d0" providerId="AD" clId="Web-{0E3482F4-56E7-782E-6A13-E0A004468FFD}" dt="2024-09-16T00:21:44.617" v="521"/>
          <ac:inkMkLst>
            <pc:docMk/>
            <pc:sldMk cId="2972152588" sldId="7167"/>
            <ac:inkMk id="33" creationId="{E9FBA1F0-3855-4B07-B246-864F0C2D6E87}"/>
          </ac:inkMkLst>
        </pc:inkChg>
        <pc:inkChg chg="del">
          <ac:chgData name="Ana Bagić" userId="S::ab51578@fer.hr::ed39d802-e95b-4021-8922-c087cd44f7d0" providerId="AD" clId="Web-{0E3482F4-56E7-782E-6A13-E0A004468FFD}" dt="2024-09-16T00:21:44.617" v="520"/>
          <ac:inkMkLst>
            <pc:docMk/>
            <pc:sldMk cId="2972152588" sldId="7167"/>
            <ac:inkMk id="49" creationId="{51F2615A-84AD-400A-8363-DEB1A5603DD2}"/>
          </ac:inkMkLst>
        </pc:inkChg>
        <pc:inkChg chg="del">
          <ac:chgData name="Ana Bagić" userId="S::ab51578@fer.hr::ed39d802-e95b-4021-8922-c087cd44f7d0" providerId="AD" clId="Web-{0E3482F4-56E7-782E-6A13-E0A004468FFD}" dt="2024-09-16T00:21:44.617" v="517"/>
          <ac:inkMkLst>
            <pc:docMk/>
            <pc:sldMk cId="2972152588" sldId="7167"/>
            <ac:inkMk id="77" creationId="{46423FE2-5E14-44B0-8EF1-118D66D42423}"/>
          </ac:inkMkLst>
        </pc:inkChg>
      </pc:sldChg>
      <pc:sldChg chg="modSp">
        <pc:chgData name="Ana Bagić" userId="S::ab51578@fer.hr::ed39d802-e95b-4021-8922-c087cd44f7d0" providerId="AD" clId="Web-{0E3482F4-56E7-782E-6A13-E0A004468FFD}" dt="2024-09-16T00:26:23.221" v="543" actId="1076"/>
        <pc:sldMkLst>
          <pc:docMk/>
          <pc:sldMk cId="1131858437" sldId="7168"/>
        </pc:sldMkLst>
        <pc:picChg chg="mod">
          <ac:chgData name="Ana Bagić" userId="S::ab51578@fer.hr::ed39d802-e95b-4021-8922-c087cd44f7d0" providerId="AD" clId="Web-{0E3482F4-56E7-782E-6A13-E0A004468FFD}" dt="2024-09-16T00:26:23.221" v="543" actId="1076"/>
          <ac:picMkLst>
            <pc:docMk/>
            <pc:sldMk cId="1131858437" sldId="7168"/>
            <ac:picMk id="6" creationId="{E5DBFC58-7AD7-2C15-257A-7B23BB73A0EA}"/>
          </ac:picMkLst>
        </pc:picChg>
      </pc:sldChg>
    </pc:docChg>
  </pc:docChgLst>
  <pc:docChgLst>
    <pc:chgData name="Ana Bagić" userId="S::ab51578@fer.hr::ed39d802-e95b-4021-8922-c087cd44f7d0" providerId="AD" clId="Web-{95A55E72-5C9E-EFDB-4D73-C035F581E2BD}"/>
    <pc:docChg chg="modSld">
      <pc:chgData name="Ana Bagić" userId="S::ab51578@fer.hr::ed39d802-e95b-4021-8922-c087cd44f7d0" providerId="AD" clId="Web-{95A55E72-5C9E-EFDB-4D73-C035F581E2BD}" dt="2024-09-16T07:30:50.438" v="547"/>
      <pc:docMkLst>
        <pc:docMk/>
      </pc:docMkLst>
      <pc:sldChg chg="addSp modSp modNotes">
        <pc:chgData name="Ana Bagić" userId="S::ab51578@fer.hr::ed39d802-e95b-4021-8922-c087cd44f7d0" providerId="AD" clId="Web-{95A55E72-5C9E-EFDB-4D73-C035F581E2BD}" dt="2024-09-16T06:29:16.840" v="108" actId="14100"/>
        <pc:sldMkLst>
          <pc:docMk/>
          <pc:sldMk cId="3151312127" sldId="7161"/>
        </pc:sldMkLst>
        <pc:spChg chg="mod">
          <ac:chgData name="Ana Bagić" userId="S::ab51578@fer.hr::ed39d802-e95b-4021-8922-c087cd44f7d0" providerId="AD" clId="Web-{95A55E72-5C9E-EFDB-4D73-C035F581E2BD}" dt="2024-09-16T06:29:07.418" v="107" actId="20577"/>
          <ac:spMkLst>
            <pc:docMk/>
            <pc:sldMk cId="3151312127" sldId="7161"/>
            <ac:spMk id="2" creationId="{29C9CD75-11CB-4A2B-B793-1B804A6A841B}"/>
          </ac:spMkLst>
        </pc:spChg>
        <pc:picChg chg="add mod modCrop">
          <ac:chgData name="Ana Bagić" userId="S::ab51578@fer.hr::ed39d802-e95b-4021-8922-c087cd44f7d0" providerId="AD" clId="Web-{95A55E72-5C9E-EFDB-4D73-C035F581E2BD}" dt="2024-09-16T06:29:16.840" v="108" actId="14100"/>
          <ac:picMkLst>
            <pc:docMk/>
            <pc:sldMk cId="3151312127" sldId="7161"/>
            <ac:picMk id="5" creationId="{F4C578BD-923D-A7B9-1F05-FD7D0DA3FB18}"/>
          </ac:picMkLst>
        </pc:picChg>
      </pc:sldChg>
      <pc:sldChg chg="addSp modSp">
        <pc:chgData name="Ana Bagić" userId="S::ab51578@fer.hr::ed39d802-e95b-4021-8922-c087cd44f7d0" providerId="AD" clId="Web-{95A55E72-5C9E-EFDB-4D73-C035F581E2BD}" dt="2024-09-16T06:42:22.892" v="182" actId="20577"/>
        <pc:sldMkLst>
          <pc:docMk/>
          <pc:sldMk cId="232741128" sldId="7162"/>
        </pc:sldMkLst>
        <pc:spChg chg="mod">
          <ac:chgData name="Ana Bagić" userId="S::ab51578@fer.hr::ed39d802-e95b-4021-8922-c087cd44f7d0" providerId="AD" clId="Web-{95A55E72-5C9E-EFDB-4D73-C035F581E2BD}" dt="2024-09-16T06:42:22.892" v="182" actId="20577"/>
          <ac:spMkLst>
            <pc:docMk/>
            <pc:sldMk cId="232741128" sldId="7162"/>
            <ac:spMk id="2" creationId="{931D5A13-6D03-4B08-81C3-65787DE15986}"/>
          </ac:spMkLst>
        </pc:spChg>
        <pc:picChg chg="add mod">
          <ac:chgData name="Ana Bagić" userId="S::ab51578@fer.hr::ed39d802-e95b-4021-8922-c087cd44f7d0" providerId="AD" clId="Web-{95A55E72-5C9E-EFDB-4D73-C035F581E2BD}" dt="2024-09-16T06:38:59.590" v="162" actId="14100"/>
          <ac:picMkLst>
            <pc:docMk/>
            <pc:sldMk cId="232741128" sldId="7162"/>
            <ac:picMk id="5" creationId="{15A2DED4-C80B-216B-179C-6E2713BA50BB}"/>
          </ac:picMkLst>
        </pc:picChg>
        <pc:picChg chg="add mod">
          <ac:chgData name="Ana Bagić" userId="S::ab51578@fer.hr::ed39d802-e95b-4021-8922-c087cd44f7d0" providerId="AD" clId="Web-{95A55E72-5C9E-EFDB-4D73-C035F581E2BD}" dt="2024-09-16T06:37:57.494" v="120" actId="1076"/>
          <ac:picMkLst>
            <pc:docMk/>
            <pc:sldMk cId="232741128" sldId="7162"/>
            <ac:picMk id="6" creationId="{AFD924AC-19A0-8DCD-1407-92B7CA055F1A}"/>
          </ac:picMkLst>
        </pc:picChg>
      </pc:sldChg>
      <pc:sldChg chg="addSp delSp modSp modNotes">
        <pc:chgData name="Ana Bagić" userId="S::ab51578@fer.hr::ed39d802-e95b-4021-8922-c087cd44f7d0" providerId="AD" clId="Web-{95A55E72-5C9E-EFDB-4D73-C035F581E2BD}" dt="2024-09-16T07:30:50.438" v="547"/>
        <pc:sldMkLst>
          <pc:docMk/>
          <pc:sldMk cId="439566861" sldId="7165"/>
        </pc:sldMkLst>
        <pc:spChg chg="del mod">
          <ac:chgData name="Ana Bagić" userId="S::ab51578@fer.hr::ed39d802-e95b-4021-8922-c087cd44f7d0" providerId="AD" clId="Web-{95A55E72-5C9E-EFDB-4D73-C035F581E2BD}" dt="2024-09-16T06:55:01.131" v="193"/>
          <ac:spMkLst>
            <pc:docMk/>
            <pc:sldMk cId="439566861" sldId="7165"/>
            <ac:spMk id="2" creationId="{54E131E2-F1C8-47B7-9B4C-0B26D17814AB}"/>
          </ac:spMkLst>
        </pc:spChg>
        <pc:spChg chg="mod">
          <ac:chgData name="Ana Bagić" userId="S::ab51578@fer.hr::ed39d802-e95b-4021-8922-c087cd44f7d0" providerId="AD" clId="Web-{95A55E72-5C9E-EFDB-4D73-C035F581E2BD}" dt="2024-09-16T06:55:54.648" v="194" actId="20577"/>
          <ac:spMkLst>
            <pc:docMk/>
            <pc:sldMk cId="439566861" sldId="7165"/>
            <ac:spMk id="3" creationId="{2C519F64-B996-43A8-B7B3-668F9367E76A}"/>
          </ac:spMkLst>
        </pc:spChg>
        <pc:spChg chg="add mod">
          <ac:chgData name="Ana Bagić" userId="S::ab51578@fer.hr::ed39d802-e95b-4021-8922-c087cd44f7d0" providerId="AD" clId="Web-{95A55E72-5C9E-EFDB-4D73-C035F581E2BD}" dt="2024-09-16T07:25:10.069" v="506" actId="20577"/>
          <ac:spMkLst>
            <pc:docMk/>
            <pc:sldMk cId="439566861" sldId="7165"/>
            <ac:spMk id="6" creationId="{92263A0A-6C45-6285-0C1B-D4506C16763F}"/>
          </ac:spMkLst>
        </pc:spChg>
        <pc:spChg chg="add mod">
          <ac:chgData name="Ana Bagić" userId="S::ab51578@fer.hr::ed39d802-e95b-4021-8922-c087cd44f7d0" providerId="AD" clId="Web-{95A55E72-5C9E-EFDB-4D73-C035F581E2BD}" dt="2024-09-16T07:25:05.991" v="505" actId="1076"/>
          <ac:spMkLst>
            <pc:docMk/>
            <pc:sldMk cId="439566861" sldId="7165"/>
            <ac:spMk id="8" creationId="{0511A7BF-F8F4-6D14-3D29-0446485F672E}"/>
          </ac:spMkLst>
        </pc:spChg>
        <pc:picChg chg="add mod modCrop">
          <ac:chgData name="Ana Bagić" userId="S::ab51578@fer.hr::ed39d802-e95b-4021-8922-c087cd44f7d0" providerId="AD" clId="Web-{95A55E72-5C9E-EFDB-4D73-C035F581E2BD}" dt="2024-09-16T07:25:02.116" v="504" actId="1076"/>
          <ac:picMkLst>
            <pc:docMk/>
            <pc:sldMk cId="439566861" sldId="7165"/>
            <ac:picMk id="7" creationId="{7DABBAA9-F832-EAE2-1ACD-D72669CED8F7}"/>
          </ac:picMkLst>
        </pc:picChg>
      </pc:sldChg>
      <pc:sldChg chg="addSp modSp">
        <pc:chgData name="Ana Bagić" userId="S::ab51578@fer.hr::ed39d802-e95b-4021-8922-c087cd44f7d0" providerId="AD" clId="Web-{95A55E72-5C9E-EFDB-4D73-C035F581E2BD}" dt="2024-09-16T07:06:39.993" v="417" actId="14100"/>
        <pc:sldMkLst>
          <pc:docMk/>
          <pc:sldMk cId="2163193518" sldId="7166"/>
        </pc:sldMkLst>
        <pc:spChg chg="mod">
          <ac:chgData name="Ana Bagić" userId="S::ab51578@fer.hr::ed39d802-e95b-4021-8922-c087cd44f7d0" providerId="AD" clId="Web-{95A55E72-5C9E-EFDB-4D73-C035F581E2BD}" dt="2024-09-16T07:06:39.993" v="417" actId="14100"/>
          <ac:spMkLst>
            <pc:docMk/>
            <pc:sldMk cId="2163193518" sldId="7166"/>
            <ac:spMk id="2" creationId="{D9C949FC-E3E6-4461-9DD6-EBF1233D4BCA}"/>
          </ac:spMkLst>
        </pc:spChg>
        <pc:picChg chg="add mod">
          <ac:chgData name="Ana Bagić" userId="S::ab51578@fer.hr::ed39d802-e95b-4021-8922-c087cd44f7d0" providerId="AD" clId="Web-{95A55E72-5C9E-EFDB-4D73-C035F581E2BD}" dt="2024-09-16T07:05:19.038" v="366" actId="1076"/>
          <ac:picMkLst>
            <pc:docMk/>
            <pc:sldMk cId="2163193518" sldId="7166"/>
            <ac:picMk id="5" creationId="{4D466E35-53B1-4D05-3486-1A75CB083E6A}"/>
          </ac:picMkLst>
        </pc:picChg>
        <pc:picChg chg="add mod">
          <ac:chgData name="Ana Bagić" userId="S::ab51578@fer.hr::ed39d802-e95b-4021-8922-c087cd44f7d0" providerId="AD" clId="Web-{95A55E72-5C9E-EFDB-4D73-C035F581E2BD}" dt="2024-09-16T07:05:21.694" v="367" actId="1076"/>
          <ac:picMkLst>
            <pc:docMk/>
            <pc:sldMk cId="2163193518" sldId="7166"/>
            <ac:picMk id="6" creationId="{EFA4E8B3-D2D4-6277-F5B5-2670F8B63D51}"/>
          </ac:picMkLst>
        </pc:picChg>
      </pc:sldChg>
    </pc:docChg>
  </pc:docChgLst>
  <pc:docChgLst>
    <pc:chgData name="Ana Bagić" userId="S::ab51578@fer.hr::ed39d802-e95b-4021-8922-c087cd44f7d0" providerId="AD" clId="Web-{F12EEC52-3A7B-F040-BB28-76F56E98C1CF}"/>
    <pc:docChg chg="addSld delSld modSld sldOrd">
      <pc:chgData name="Ana Bagić" userId="S::ab51578@fer.hr::ed39d802-e95b-4021-8922-c087cd44f7d0" providerId="AD" clId="Web-{F12EEC52-3A7B-F040-BB28-76F56E98C1CF}" dt="2024-09-15T22:54:31.597" v="3362" actId="14100"/>
      <pc:docMkLst>
        <pc:docMk/>
      </pc:docMkLst>
      <pc:sldChg chg="modNotes">
        <pc:chgData name="Ana Bagić" userId="S::ab51578@fer.hr::ed39d802-e95b-4021-8922-c087cd44f7d0" providerId="AD" clId="Web-{F12EEC52-3A7B-F040-BB28-76F56E98C1CF}" dt="2024-09-15T17:51:08.172" v="267"/>
        <pc:sldMkLst>
          <pc:docMk/>
          <pc:sldMk cId="1886109429" sldId="7148"/>
        </pc:sldMkLst>
      </pc:sldChg>
      <pc:sldChg chg="addSp delSp modSp modNotes">
        <pc:chgData name="Ana Bagić" userId="S::ab51578@fer.hr::ed39d802-e95b-4021-8922-c087cd44f7d0" providerId="AD" clId="Web-{F12EEC52-3A7B-F040-BB28-76F56E98C1CF}" dt="2024-09-15T18:47:21.487" v="830"/>
        <pc:sldMkLst>
          <pc:docMk/>
          <pc:sldMk cId="813233925" sldId="7149"/>
        </pc:sldMkLst>
        <pc:spChg chg="mod">
          <ac:chgData name="Ana Bagić" userId="S::ab51578@fer.hr::ed39d802-e95b-4021-8922-c087cd44f7d0" providerId="AD" clId="Web-{F12EEC52-3A7B-F040-BB28-76F56E98C1CF}" dt="2024-09-15T18:46:27.188" v="749" actId="20577"/>
          <ac:spMkLst>
            <pc:docMk/>
            <pc:sldMk cId="813233925" sldId="7149"/>
            <ac:spMk id="2" creationId="{B0CB9E61-D3C1-4517-BD1D-5FF6940EFB3B}"/>
          </ac:spMkLst>
        </pc:spChg>
        <pc:spChg chg="mod">
          <ac:chgData name="Ana Bagić" userId="S::ab51578@fer.hr::ed39d802-e95b-4021-8922-c087cd44f7d0" providerId="AD" clId="Web-{F12EEC52-3A7B-F040-BB28-76F56E98C1CF}" dt="2024-09-15T18:17:11.566" v="584" actId="20577"/>
          <ac:spMkLst>
            <pc:docMk/>
            <pc:sldMk cId="813233925" sldId="7149"/>
            <ac:spMk id="3" creationId="{3CE3E529-7EB7-4789-A002-4BAFE1AD1D27}"/>
          </ac:spMkLst>
        </pc:spChg>
        <pc:picChg chg="add mod">
          <ac:chgData name="Ana Bagić" userId="S::ab51578@fer.hr::ed39d802-e95b-4021-8922-c087cd44f7d0" providerId="AD" clId="Web-{F12EEC52-3A7B-F040-BB28-76F56E98C1CF}" dt="2024-09-15T18:40:42.863" v="666" actId="1076"/>
          <ac:picMkLst>
            <pc:docMk/>
            <pc:sldMk cId="813233925" sldId="7149"/>
            <ac:picMk id="5" creationId="{ADE3374F-97B5-31DC-0681-03B71952236C}"/>
          </ac:picMkLst>
        </pc:picChg>
        <pc:picChg chg="del">
          <ac:chgData name="Ana Bagić" userId="S::ab51578@fer.hr::ed39d802-e95b-4021-8922-c087cd44f7d0" providerId="AD" clId="Web-{F12EEC52-3A7B-F040-BB28-76F56E98C1CF}" dt="2024-09-15T18:21:01.528" v="630"/>
          <ac:picMkLst>
            <pc:docMk/>
            <pc:sldMk cId="813233925" sldId="7149"/>
            <ac:picMk id="6" creationId="{3291A88C-D075-4B1C-9509-7AE889ED2544}"/>
          </ac:picMkLst>
        </pc:picChg>
      </pc:sldChg>
      <pc:sldChg chg="addSp delSp modSp ord modNotes">
        <pc:chgData name="Ana Bagić" userId="S::ab51578@fer.hr::ed39d802-e95b-4021-8922-c087cd44f7d0" providerId="AD" clId="Web-{F12EEC52-3A7B-F040-BB28-76F56E98C1CF}" dt="2024-09-15T18:16:59.785" v="582" actId="1076"/>
        <pc:sldMkLst>
          <pc:docMk/>
          <pc:sldMk cId="1682083607" sldId="7150"/>
        </pc:sldMkLst>
        <pc:spChg chg="mod">
          <ac:chgData name="Ana Bagić" userId="S::ab51578@fer.hr::ed39d802-e95b-4021-8922-c087cd44f7d0" providerId="AD" clId="Web-{F12EEC52-3A7B-F040-BB28-76F56E98C1CF}" dt="2024-09-15T18:00:32.524" v="328" actId="20577"/>
          <ac:spMkLst>
            <pc:docMk/>
            <pc:sldMk cId="1682083607" sldId="7150"/>
            <ac:spMk id="3" creationId="{2586AD9B-E494-4D71-AEE2-683492A9724F}"/>
          </ac:spMkLst>
        </pc:spChg>
        <pc:picChg chg="add mod">
          <ac:chgData name="Ana Bagić" userId="S::ab51578@fer.hr::ed39d802-e95b-4021-8922-c087cd44f7d0" providerId="AD" clId="Web-{F12EEC52-3A7B-F040-BB28-76F56E98C1CF}" dt="2024-09-15T18:14:22.242" v="455" actId="1076"/>
          <ac:picMkLst>
            <pc:docMk/>
            <pc:sldMk cId="1682083607" sldId="7150"/>
            <ac:picMk id="2" creationId="{1E75EF4E-EA86-7324-75C9-242B32E39274}"/>
          </ac:picMkLst>
        </pc:picChg>
        <pc:picChg chg="add mod">
          <ac:chgData name="Ana Bagić" userId="S::ab51578@fer.hr::ed39d802-e95b-4021-8922-c087cd44f7d0" providerId="AD" clId="Web-{F12EEC52-3A7B-F040-BB28-76F56E98C1CF}" dt="2024-09-15T18:16:59.785" v="582" actId="1076"/>
          <ac:picMkLst>
            <pc:docMk/>
            <pc:sldMk cId="1682083607" sldId="7150"/>
            <ac:picMk id="5" creationId="{D4D46BC3-4CB0-D67D-30BC-E2412AD6A341}"/>
          </ac:picMkLst>
        </pc:picChg>
        <pc:picChg chg="add mod">
          <ac:chgData name="Ana Bagić" userId="S::ab51578@fer.hr::ed39d802-e95b-4021-8922-c087cd44f7d0" providerId="AD" clId="Web-{F12EEC52-3A7B-F040-BB28-76F56E98C1CF}" dt="2024-09-15T18:14:23.727" v="456" actId="1076"/>
          <ac:picMkLst>
            <pc:docMk/>
            <pc:sldMk cId="1682083607" sldId="7150"/>
            <ac:picMk id="6" creationId="{42DB6BE7-1499-D049-D41A-4C6923346D2F}"/>
          </ac:picMkLst>
        </pc:picChg>
        <pc:picChg chg="mod">
          <ac:chgData name="Ana Bagić" userId="S::ab51578@fer.hr::ed39d802-e95b-4021-8922-c087cd44f7d0" providerId="AD" clId="Web-{F12EEC52-3A7B-F040-BB28-76F56E98C1CF}" dt="2024-09-15T18:14:20.539" v="454" actId="1076"/>
          <ac:picMkLst>
            <pc:docMk/>
            <pc:sldMk cId="1682083607" sldId="7150"/>
            <ac:picMk id="2050" creationId="{B3EE85E6-3B2F-433D-8725-35A154EF1534}"/>
          </ac:picMkLst>
        </pc:picChg>
        <pc:picChg chg="mod">
          <ac:chgData name="Ana Bagić" userId="S::ab51578@fer.hr::ed39d802-e95b-4021-8922-c087cd44f7d0" providerId="AD" clId="Web-{F12EEC52-3A7B-F040-BB28-76F56E98C1CF}" dt="2024-09-15T18:14:18.789" v="453" actId="1076"/>
          <ac:picMkLst>
            <pc:docMk/>
            <pc:sldMk cId="1682083607" sldId="7150"/>
            <ac:picMk id="2052" creationId="{5089FF6E-42C1-4E88-85FC-9707A5432587}"/>
          </ac:picMkLst>
        </pc:picChg>
        <pc:picChg chg="del">
          <ac:chgData name="Ana Bagić" userId="S::ab51578@fer.hr::ed39d802-e95b-4021-8922-c087cd44f7d0" providerId="AD" clId="Web-{F12EEC52-3A7B-F040-BB28-76F56E98C1CF}" dt="2024-09-15T18:01:50.402" v="329"/>
          <ac:picMkLst>
            <pc:docMk/>
            <pc:sldMk cId="1682083607" sldId="7150"/>
            <ac:picMk id="2054" creationId="{4CE67DB9-A25F-4E22-BDF9-CF6DE04A11AA}"/>
          </ac:picMkLst>
        </pc:picChg>
      </pc:sldChg>
      <pc:sldChg chg="modSp modNotes">
        <pc:chgData name="Ana Bagić" userId="S::ab51578@fer.hr::ed39d802-e95b-4021-8922-c087cd44f7d0" providerId="AD" clId="Web-{F12EEC52-3A7B-F040-BB28-76F56E98C1CF}" dt="2024-09-15T19:22:59.548" v="1226"/>
        <pc:sldMkLst>
          <pc:docMk/>
          <pc:sldMk cId="2373790132" sldId="7151"/>
        </pc:sldMkLst>
        <pc:spChg chg="mod">
          <ac:chgData name="Ana Bagić" userId="S::ab51578@fer.hr::ed39d802-e95b-4021-8922-c087cd44f7d0" providerId="AD" clId="Web-{F12EEC52-3A7B-F040-BB28-76F56E98C1CF}" dt="2024-09-15T19:21:45.092" v="1185" actId="20577"/>
          <ac:spMkLst>
            <pc:docMk/>
            <pc:sldMk cId="2373790132" sldId="7151"/>
            <ac:spMk id="2" creationId="{4CEDFF46-600D-4EF7-968C-468034924F4A}"/>
          </ac:spMkLst>
        </pc:spChg>
        <pc:spChg chg="mod">
          <ac:chgData name="Ana Bagić" userId="S::ab51578@fer.hr::ed39d802-e95b-4021-8922-c087cd44f7d0" providerId="AD" clId="Web-{F12EEC52-3A7B-F040-BB28-76F56E98C1CF}" dt="2024-09-15T19:20:05.823" v="1163" actId="20577"/>
          <ac:spMkLst>
            <pc:docMk/>
            <pc:sldMk cId="2373790132" sldId="7151"/>
            <ac:spMk id="3" creationId="{91A74229-1B36-4B6D-BFCC-8ADE2AF6DA2F}"/>
          </ac:spMkLst>
        </pc:spChg>
      </pc:sldChg>
      <pc:sldChg chg="addSp delSp modSp">
        <pc:chgData name="Ana Bagić" userId="S::ab51578@fer.hr::ed39d802-e95b-4021-8922-c087cd44f7d0" providerId="AD" clId="Web-{F12EEC52-3A7B-F040-BB28-76F56E98C1CF}" dt="2024-09-15T19:27:17.089" v="1239" actId="14100"/>
        <pc:sldMkLst>
          <pc:docMk/>
          <pc:sldMk cId="1217007640" sldId="7152"/>
        </pc:sldMkLst>
        <pc:spChg chg="del mod">
          <ac:chgData name="Ana Bagić" userId="S::ab51578@fer.hr::ed39d802-e95b-4021-8922-c087cd44f7d0" providerId="AD" clId="Web-{F12EEC52-3A7B-F040-BB28-76F56E98C1CF}" dt="2024-09-15T19:27:00.525" v="1238"/>
          <ac:spMkLst>
            <pc:docMk/>
            <pc:sldMk cId="1217007640" sldId="7152"/>
            <ac:spMk id="2" creationId="{E2E70650-A2D6-4484-BEA4-B87D607A3884}"/>
          </ac:spMkLst>
        </pc:spChg>
        <pc:spChg chg="mod">
          <ac:chgData name="Ana Bagić" userId="S::ab51578@fer.hr::ed39d802-e95b-4021-8922-c087cd44f7d0" providerId="AD" clId="Web-{F12EEC52-3A7B-F040-BB28-76F56E98C1CF}" dt="2024-09-15T19:26:42.165" v="1229" actId="20577"/>
          <ac:spMkLst>
            <pc:docMk/>
            <pc:sldMk cId="1217007640" sldId="7152"/>
            <ac:spMk id="3" creationId="{A2AAC377-2BCA-4FD2-9152-F64365D156F6}"/>
          </ac:spMkLst>
        </pc:spChg>
        <pc:picChg chg="add mod">
          <ac:chgData name="Ana Bagić" userId="S::ab51578@fer.hr::ed39d802-e95b-4021-8922-c087cd44f7d0" providerId="AD" clId="Web-{F12EEC52-3A7B-F040-BB28-76F56E98C1CF}" dt="2024-09-15T19:27:17.089" v="1239" actId="14100"/>
          <ac:picMkLst>
            <pc:docMk/>
            <pc:sldMk cId="1217007640" sldId="7152"/>
            <ac:picMk id="5" creationId="{ADC3416F-2E39-E52D-34A1-6CB50C4E6A8F}"/>
          </ac:picMkLst>
        </pc:picChg>
        <pc:picChg chg="del">
          <ac:chgData name="Ana Bagić" userId="S::ab51578@fer.hr::ed39d802-e95b-4021-8922-c087cd44f7d0" providerId="AD" clId="Web-{F12EEC52-3A7B-F040-BB28-76F56E98C1CF}" dt="2024-09-15T19:26:42.197" v="1230"/>
          <ac:picMkLst>
            <pc:docMk/>
            <pc:sldMk cId="1217007640" sldId="7152"/>
            <ac:picMk id="6" creationId="{EE43E06A-8087-4458-84CF-6D56974A2926}"/>
          </ac:picMkLst>
        </pc:picChg>
      </pc:sldChg>
      <pc:sldChg chg="addSp delSp modSp">
        <pc:chgData name="Ana Bagić" userId="S::ab51578@fer.hr::ed39d802-e95b-4021-8922-c087cd44f7d0" providerId="AD" clId="Web-{F12EEC52-3A7B-F040-BB28-76F56E98C1CF}" dt="2024-09-15T21:08:29.657" v="2302" actId="20577"/>
        <pc:sldMkLst>
          <pc:docMk/>
          <pc:sldMk cId="2765416846" sldId="7153"/>
        </pc:sldMkLst>
        <pc:spChg chg="mod">
          <ac:chgData name="Ana Bagić" userId="S::ab51578@fer.hr::ed39d802-e95b-4021-8922-c087cd44f7d0" providerId="AD" clId="Web-{F12EEC52-3A7B-F040-BB28-76F56E98C1CF}" dt="2024-09-15T21:08:29.657" v="2302" actId="20577"/>
          <ac:spMkLst>
            <pc:docMk/>
            <pc:sldMk cId="2765416846" sldId="7153"/>
            <ac:spMk id="2" creationId="{499CDC80-4CD3-4DCD-BADC-533540987CAA}"/>
          </ac:spMkLst>
        </pc:spChg>
        <pc:spChg chg="mod">
          <ac:chgData name="Ana Bagić" userId="S::ab51578@fer.hr::ed39d802-e95b-4021-8922-c087cd44f7d0" providerId="AD" clId="Web-{F12EEC52-3A7B-F040-BB28-76F56E98C1CF}" dt="2024-09-15T19:29:37.691" v="1247" actId="20577"/>
          <ac:spMkLst>
            <pc:docMk/>
            <pc:sldMk cId="2765416846" sldId="7153"/>
            <ac:spMk id="3" creationId="{A37AC4A6-8435-48C1-BFDC-3A3D01D2713D}"/>
          </ac:spMkLst>
        </pc:spChg>
        <pc:spChg chg="del">
          <ac:chgData name="Ana Bagić" userId="S::ab51578@fer.hr::ed39d802-e95b-4021-8922-c087cd44f7d0" providerId="AD" clId="Web-{F12EEC52-3A7B-F040-BB28-76F56E98C1CF}" dt="2024-09-15T21:05:40.323" v="2222"/>
          <ac:spMkLst>
            <pc:docMk/>
            <pc:sldMk cId="2765416846" sldId="7153"/>
            <ac:spMk id="6" creationId="{809375B3-F52C-4AED-80EE-0D74E195B68F}"/>
          </ac:spMkLst>
        </pc:spChg>
        <pc:picChg chg="add mod">
          <ac:chgData name="Ana Bagić" userId="S::ab51578@fer.hr::ed39d802-e95b-4021-8922-c087cd44f7d0" providerId="AD" clId="Web-{F12EEC52-3A7B-F040-BB28-76F56E98C1CF}" dt="2024-09-15T21:06:45.716" v="2238" actId="1076"/>
          <ac:picMkLst>
            <pc:docMk/>
            <pc:sldMk cId="2765416846" sldId="7153"/>
            <ac:picMk id="5" creationId="{D368420A-E589-5040-1CB5-E8FFAAAFDB4A}"/>
          </ac:picMkLst>
        </pc:picChg>
        <pc:picChg chg="add mod">
          <ac:chgData name="Ana Bagić" userId="S::ab51578@fer.hr::ed39d802-e95b-4021-8922-c087cd44f7d0" providerId="AD" clId="Web-{F12EEC52-3A7B-F040-BB28-76F56E98C1CF}" dt="2024-09-15T21:06:49.701" v="2240" actId="14100"/>
          <ac:picMkLst>
            <pc:docMk/>
            <pc:sldMk cId="2765416846" sldId="7153"/>
            <ac:picMk id="7" creationId="{F77E29B3-2568-BFE7-42DC-DFB23AC65E29}"/>
          </ac:picMkLst>
        </pc:picChg>
        <pc:picChg chg="del">
          <ac:chgData name="Ana Bagić" userId="S::ab51578@fer.hr::ed39d802-e95b-4021-8922-c087cd44f7d0" providerId="AD" clId="Web-{F12EEC52-3A7B-F040-BB28-76F56E98C1CF}" dt="2024-09-15T21:05:42.995" v="2223"/>
          <ac:picMkLst>
            <pc:docMk/>
            <pc:sldMk cId="2765416846" sldId="7153"/>
            <ac:picMk id="10" creationId="{C514CE2E-1580-4CBC-AFDE-B11DB0A1D197}"/>
          </ac:picMkLst>
        </pc:picChg>
      </pc:sldChg>
      <pc:sldChg chg="addSp delSp modSp modNotes">
        <pc:chgData name="Ana Bagić" userId="S::ab51578@fer.hr::ed39d802-e95b-4021-8922-c087cd44f7d0" providerId="AD" clId="Web-{F12EEC52-3A7B-F040-BB28-76F56E98C1CF}" dt="2024-09-15T21:23:23.828" v="2476" actId="20577"/>
        <pc:sldMkLst>
          <pc:docMk/>
          <pc:sldMk cId="2842073007" sldId="7154"/>
        </pc:sldMkLst>
        <pc:spChg chg="mod">
          <ac:chgData name="Ana Bagić" userId="S::ab51578@fer.hr::ed39d802-e95b-4021-8922-c087cd44f7d0" providerId="AD" clId="Web-{F12EEC52-3A7B-F040-BB28-76F56E98C1CF}" dt="2024-09-15T21:23:23.828" v="2476" actId="20577"/>
          <ac:spMkLst>
            <pc:docMk/>
            <pc:sldMk cId="2842073007" sldId="7154"/>
            <ac:spMk id="2" creationId="{31456A70-0EDA-42E9-8F65-C8B4D3E854BE}"/>
          </ac:spMkLst>
        </pc:spChg>
        <pc:spChg chg="mod">
          <ac:chgData name="Ana Bagić" userId="S::ab51578@fer.hr::ed39d802-e95b-4021-8922-c087cd44f7d0" providerId="AD" clId="Web-{F12EEC52-3A7B-F040-BB28-76F56E98C1CF}" dt="2024-09-15T21:10:19.490" v="2315" actId="20577"/>
          <ac:spMkLst>
            <pc:docMk/>
            <pc:sldMk cId="2842073007" sldId="7154"/>
            <ac:spMk id="3" creationId="{8E7E13E9-329C-48AC-8222-27CBB6248888}"/>
          </ac:spMkLst>
        </pc:spChg>
        <pc:picChg chg="add mod">
          <ac:chgData name="Ana Bagić" userId="S::ab51578@fer.hr::ed39d802-e95b-4021-8922-c087cd44f7d0" providerId="AD" clId="Web-{F12EEC52-3A7B-F040-BB28-76F56E98C1CF}" dt="2024-09-15T21:22:15.653" v="2454" actId="1076"/>
          <ac:picMkLst>
            <pc:docMk/>
            <pc:sldMk cId="2842073007" sldId="7154"/>
            <ac:picMk id="5" creationId="{0BCDFCAF-D2AD-6D3D-06A1-6C90FCD7D11B}"/>
          </ac:picMkLst>
        </pc:picChg>
        <pc:picChg chg="del">
          <ac:chgData name="Ana Bagić" userId="S::ab51578@fer.hr::ed39d802-e95b-4021-8922-c087cd44f7d0" providerId="AD" clId="Web-{F12EEC52-3A7B-F040-BB28-76F56E98C1CF}" dt="2024-09-15T21:10:21.084" v="2316"/>
          <ac:picMkLst>
            <pc:docMk/>
            <pc:sldMk cId="2842073007" sldId="7154"/>
            <ac:picMk id="6" creationId="{88FB5BDB-19AF-492A-AE45-FD6C1FD14C4C}"/>
          </ac:picMkLst>
        </pc:picChg>
        <pc:picChg chg="add mod">
          <ac:chgData name="Ana Bagić" userId="S::ab51578@fer.hr::ed39d802-e95b-4021-8922-c087cd44f7d0" providerId="AD" clId="Web-{F12EEC52-3A7B-F040-BB28-76F56E98C1CF}" dt="2024-09-15T21:19:41.179" v="2395" actId="1076"/>
          <ac:picMkLst>
            <pc:docMk/>
            <pc:sldMk cId="2842073007" sldId="7154"/>
            <ac:picMk id="7" creationId="{6085D516-B9B2-3A63-0DF5-26A0A717589F}"/>
          </ac:picMkLst>
        </pc:picChg>
      </pc:sldChg>
      <pc:sldChg chg="addSp delSp modSp modNotes">
        <pc:chgData name="Ana Bagić" userId="S::ab51578@fer.hr::ed39d802-e95b-4021-8922-c087cd44f7d0" providerId="AD" clId="Web-{F12EEC52-3A7B-F040-BB28-76F56E98C1CF}" dt="2024-09-15T21:43:32.829" v="2646" actId="14100"/>
        <pc:sldMkLst>
          <pc:docMk/>
          <pc:sldMk cId="652969710" sldId="7155"/>
        </pc:sldMkLst>
        <pc:spChg chg="mod">
          <ac:chgData name="Ana Bagić" userId="S::ab51578@fer.hr::ed39d802-e95b-4021-8922-c087cd44f7d0" providerId="AD" clId="Web-{F12EEC52-3A7B-F040-BB28-76F56E98C1CF}" dt="2024-09-15T21:43:24.501" v="2644" actId="14100"/>
          <ac:spMkLst>
            <pc:docMk/>
            <pc:sldMk cId="652969710" sldId="7155"/>
            <ac:spMk id="2" creationId="{1C599893-E27C-4050-96F5-1C8A996F011F}"/>
          </ac:spMkLst>
        </pc:spChg>
        <pc:spChg chg="mod">
          <ac:chgData name="Ana Bagić" userId="S::ab51578@fer.hr::ed39d802-e95b-4021-8922-c087cd44f7d0" providerId="AD" clId="Web-{F12EEC52-3A7B-F040-BB28-76F56E98C1CF}" dt="2024-09-15T21:24:01.594" v="2489" actId="20577"/>
          <ac:spMkLst>
            <pc:docMk/>
            <pc:sldMk cId="652969710" sldId="7155"/>
            <ac:spMk id="3" creationId="{621EE6F6-3D52-480A-9D0B-9F3C3BA6ED99}"/>
          </ac:spMkLst>
        </pc:spChg>
        <pc:picChg chg="add mod">
          <ac:chgData name="Ana Bagić" userId="S::ab51578@fer.hr::ed39d802-e95b-4021-8922-c087cd44f7d0" providerId="AD" clId="Web-{F12EEC52-3A7B-F040-BB28-76F56E98C1CF}" dt="2024-09-15T21:43:32.829" v="2646" actId="14100"/>
          <ac:picMkLst>
            <pc:docMk/>
            <pc:sldMk cId="652969710" sldId="7155"/>
            <ac:picMk id="5" creationId="{6536EE01-02A0-B93A-93AA-819039684321}"/>
          </ac:picMkLst>
        </pc:picChg>
        <pc:picChg chg="del">
          <ac:chgData name="Ana Bagić" userId="S::ab51578@fer.hr::ed39d802-e95b-4021-8922-c087cd44f7d0" providerId="AD" clId="Web-{F12EEC52-3A7B-F040-BB28-76F56E98C1CF}" dt="2024-09-15T21:24:03.845" v="2490"/>
          <ac:picMkLst>
            <pc:docMk/>
            <pc:sldMk cId="652969710" sldId="7155"/>
            <ac:picMk id="6" creationId="{69102574-2ACA-45C6-B17B-8492A4AB5429}"/>
          </ac:picMkLst>
        </pc:picChg>
      </pc:sldChg>
      <pc:sldChg chg="addSp delSp modSp modNotes">
        <pc:chgData name="Ana Bagić" userId="S::ab51578@fer.hr::ed39d802-e95b-4021-8922-c087cd44f7d0" providerId="AD" clId="Web-{F12EEC52-3A7B-F040-BB28-76F56E98C1CF}" dt="2024-09-15T21:56:14.777" v="2764" actId="14100"/>
        <pc:sldMkLst>
          <pc:docMk/>
          <pc:sldMk cId="4155779801" sldId="7156"/>
        </pc:sldMkLst>
        <pc:spChg chg="mod">
          <ac:chgData name="Ana Bagić" userId="S::ab51578@fer.hr::ed39d802-e95b-4021-8922-c087cd44f7d0" providerId="AD" clId="Web-{F12EEC52-3A7B-F040-BB28-76F56E98C1CF}" dt="2024-09-15T21:55:19.150" v="2756" actId="1076"/>
          <ac:spMkLst>
            <pc:docMk/>
            <pc:sldMk cId="4155779801" sldId="7156"/>
            <ac:spMk id="2" creationId="{6544EC36-E1C4-4E0C-B44B-F7D28B1236B9}"/>
          </ac:spMkLst>
        </pc:spChg>
        <pc:spChg chg="mod">
          <ac:chgData name="Ana Bagić" userId="S::ab51578@fer.hr::ed39d802-e95b-4021-8922-c087cd44f7d0" providerId="AD" clId="Web-{F12EEC52-3A7B-F040-BB28-76F56E98C1CF}" dt="2024-09-15T21:44:16.565" v="2654" actId="20577"/>
          <ac:spMkLst>
            <pc:docMk/>
            <pc:sldMk cId="4155779801" sldId="7156"/>
            <ac:spMk id="3" creationId="{D2C9B49B-F52B-41A2-A86E-22DF43F2DF1C}"/>
          </ac:spMkLst>
        </pc:spChg>
        <pc:picChg chg="add mod">
          <ac:chgData name="Ana Bagić" userId="S::ab51578@fer.hr::ed39d802-e95b-4021-8922-c087cd44f7d0" providerId="AD" clId="Web-{F12EEC52-3A7B-F040-BB28-76F56E98C1CF}" dt="2024-09-15T21:55:40.745" v="2757" actId="1076"/>
          <ac:picMkLst>
            <pc:docMk/>
            <pc:sldMk cId="4155779801" sldId="7156"/>
            <ac:picMk id="5" creationId="{E85BADE1-483E-E4B2-E42D-A83458EA9CE2}"/>
          </ac:picMkLst>
        </pc:picChg>
        <pc:picChg chg="del">
          <ac:chgData name="Ana Bagić" userId="S::ab51578@fer.hr::ed39d802-e95b-4021-8922-c087cd44f7d0" providerId="AD" clId="Web-{F12EEC52-3A7B-F040-BB28-76F56E98C1CF}" dt="2024-09-15T21:44:18.097" v="2655"/>
          <ac:picMkLst>
            <pc:docMk/>
            <pc:sldMk cId="4155779801" sldId="7156"/>
            <ac:picMk id="6" creationId="{EAC0407D-67BE-45FE-AE14-CD65815E02B5}"/>
          </ac:picMkLst>
        </pc:picChg>
        <pc:picChg chg="add mod">
          <ac:chgData name="Ana Bagić" userId="S::ab51578@fer.hr::ed39d802-e95b-4021-8922-c087cd44f7d0" providerId="AD" clId="Web-{F12EEC52-3A7B-F040-BB28-76F56E98C1CF}" dt="2024-09-15T21:56:14.777" v="2764" actId="14100"/>
          <ac:picMkLst>
            <pc:docMk/>
            <pc:sldMk cId="4155779801" sldId="7156"/>
            <ac:picMk id="7" creationId="{387F2299-8996-958F-7DBE-62B449B3AE4C}"/>
          </ac:picMkLst>
        </pc:picChg>
        <pc:picChg chg="del mod">
          <ac:chgData name="Ana Bagić" userId="S::ab51578@fer.hr::ed39d802-e95b-4021-8922-c087cd44f7d0" providerId="AD" clId="Web-{F12EEC52-3A7B-F040-BB28-76F56E98C1CF}" dt="2024-09-15T21:44:18.112" v="2656"/>
          <ac:picMkLst>
            <pc:docMk/>
            <pc:sldMk cId="4155779801" sldId="7156"/>
            <ac:picMk id="8" creationId="{2B08B15A-B701-46AF-B233-1D491DC15EF5}"/>
          </ac:picMkLst>
        </pc:picChg>
      </pc:sldChg>
      <pc:sldChg chg="delSp modSp">
        <pc:chgData name="Ana Bagić" userId="S::ab51578@fer.hr::ed39d802-e95b-4021-8922-c087cd44f7d0" providerId="AD" clId="Web-{F12EEC52-3A7B-F040-BB28-76F56E98C1CF}" dt="2024-09-15T22:01:06.896" v="2803" actId="20577"/>
        <pc:sldMkLst>
          <pc:docMk/>
          <pc:sldMk cId="2638496501" sldId="7157"/>
        </pc:sldMkLst>
        <pc:spChg chg="mod">
          <ac:chgData name="Ana Bagić" userId="S::ab51578@fer.hr::ed39d802-e95b-4021-8922-c087cd44f7d0" providerId="AD" clId="Web-{F12EEC52-3A7B-F040-BB28-76F56E98C1CF}" dt="2024-09-15T22:01:06.896" v="2803" actId="20577"/>
          <ac:spMkLst>
            <pc:docMk/>
            <pc:sldMk cId="2638496501" sldId="7157"/>
            <ac:spMk id="2" creationId="{F5603CF1-628B-430C-8EC9-994077C67D74}"/>
          </ac:spMkLst>
        </pc:spChg>
        <pc:spChg chg="mod">
          <ac:chgData name="Ana Bagić" userId="S::ab51578@fer.hr::ed39d802-e95b-4021-8922-c087cd44f7d0" providerId="AD" clId="Web-{F12EEC52-3A7B-F040-BB28-76F56E98C1CF}" dt="2024-09-15T21:59:09.908" v="2771" actId="20577"/>
          <ac:spMkLst>
            <pc:docMk/>
            <pc:sldMk cId="2638496501" sldId="7157"/>
            <ac:spMk id="3" creationId="{C4AD7A97-40A6-4A32-A147-C93C5E1A0B87}"/>
          </ac:spMkLst>
        </pc:spChg>
        <pc:picChg chg="del">
          <ac:chgData name="Ana Bagić" userId="S::ab51578@fer.hr::ed39d802-e95b-4021-8922-c087cd44f7d0" providerId="AD" clId="Web-{F12EEC52-3A7B-F040-BB28-76F56E98C1CF}" dt="2024-09-15T21:58:09.703" v="2765"/>
          <ac:picMkLst>
            <pc:docMk/>
            <pc:sldMk cId="2638496501" sldId="7157"/>
            <ac:picMk id="6" creationId="{5DC836E4-1D4B-4944-AB05-653F2A1427F9}"/>
          </ac:picMkLst>
        </pc:picChg>
      </pc:sldChg>
      <pc:sldChg chg="addSp delSp modSp">
        <pc:chgData name="Ana Bagić" userId="S::ab51578@fer.hr::ed39d802-e95b-4021-8922-c087cd44f7d0" providerId="AD" clId="Web-{F12EEC52-3A7B-F040-BB28-76F56E98C1CF}" dt="2024-09-15T22:01:31.975" v="2805" actId="1076"/>
        <pc:sldMkLst>
          <pc:docMk/>
          <pc:sldMk cId="3963310431" sldId="7158"/>
        </pc:sldMkLst>
        <pc:spChg chg="add del mod">
          <ac:chgData name="Ana Bagić" userId="S::ab51578@fer.hr::ed39d802-e95b-4021-8922-c087cd44f7d0" providerId="AD" clId="Web-{F12EEC52-3A7B-F040-BB28-76F56E98C1CF}" dt="2024-09-15T22:00:53.333" v="2802" actId="20577"/>
          <ac:spMkLst>
            <pc:docMk/>
            <pc:sldMk cId="3963310431" sldId="7158"/>
            <ac:spMk id="2" creationId="{52C5B82F-7AEF-42A8-BCD7-AB22029222DF}"/>
          </ac:spMkLst>
        </pc:spChg>
        <pc:spChg chg="add del mod">
          <ac:chgData name="Ana Bagić" userId="S::ab51578@fer.hr::ed39d802-e95b-4021-8922-c087cd44f7d0" providerId="AD" clId="Web-{F12EEC52-3A7B-F040-BB28-76F56E98C1CF}" dt="2024-09-15T22:00:34.395" v="2786"/>
          <ac:spMkLst>
            <pc:docMk/>
            <pc:sldMk cId="3963310431" sldId="7158"/>
            <ac:spMk id="3" creationId="{CBC0ACD7-992C-4344-B7AB-06AB90C3E442}"/>
          </ac:spMkLst>
        </pc:spChg>
        <pc:spChg chg="add del mod">
          <ac:chgData name="Ana Bagić" userId="S::ab51578@fer.hr::ed39d802-e95b-4021-8922-c087cd44f7d0" providerId="AD" clId="Web-{F12EEC52-3A7B-F040-BB28-76F56E98C1CF}" dt="2024-09-15T22:00:34.395" v="2786"/>
          <ac:spMkLst>
            <pc:docMk/>
            <pc:sldMk cId="3963310431" sldId="7158"/>
            <ac:spMk id="6" creationId="{89028D48-DA7F-B9B9-449E-3728F28119C9}"/>
          </ac:spMkLst>
        </pc:spChg>
        <pc:spChg chg="add del mod">
          <ac:chgData name="Ana Bagić" userId="S::ab51578@fer.hr::ed39d802-e95b-4021-8922-c087cd44f7d0" providerId="AD" clId="Web-{F12EEC52-3A7B-F040-BB28-76F56E98C1CF}" dt="2024-09-15T22:00:34.395" v="2785"/>
          <ac:spMkLst>
            <pc:docMk/>
            <pc:sldMk cId="3963310431" sldId="7158"/>
            <ac:spMk id="8" creationId="{4B979365-05FB-FBF4-320B-AFDA16224C5F}"/>
          </ac:spMkLst>
        </pc:spChg>
        <pc:spChg chg="add del mod">
          <ac:chgData name="Ana Bagić" userId="S::ab51578@fer.hr::ed39d802-e95b-4021-8922-c087cd44f7d0" providerId="AD" clId="Web-{F12EEC52-3A7B-F040-BB28-76F56E98C1CF}" dt="2024-09-15T22:00:40.067" v="2796"/>
          <ac:spMkLst>
            <pc:docMk/>
            <pc:sldMk cId="3963310431" sldId="7158"/>
            <ac:spMk id="23" creationId="{B8E68520-40AC-4ABB-B16B-79A9824D6FCF}"/>
          </ac:spMkLst>
        </pc:spChg>
        <pc:spChg chg="add del">
          <ac:chgData name="Ana Bagić" userId="S::ab51578@fer.hr::ed39d802-e95b-4021-8922-c087cd44f7d0" providerId="AD" clId="Web-{F12EEC52-3A7B-F040-BB28-76F56E98C1CF}" dt="2024-09-15T22:00:40.067" v="2795"/>
          <ac:spMkLst>
            <pc:docMk/>
            <pc:sldMk cId="3963310431" sldId="7158"/>
            <ac:spMk id="24" creationId="{ABAF9823-FF41-48EC-A58A-EA6970C405C4}"/>
          </ac:spMkLst>
        </pc:spChg>
        <pc:spChg chg="add del">
          <ac:chgData name="Ana Bagić" userId="S::ab51578@fer.hr::ed39d802-e95b-4021-8922-c087cd44f7d0" providerId="AD" clId="Web-{F12EEC52-3A7B-F040-BB28-76F56E98C1CF}" dt="2024-09-15T22:00:40.723" v="2797"/>
          <ac:spMkLst>
            <pc:docMk/>
            <pc:sldMk cId="3963310431" sldId="7158"/>
            <ac:spMk id="30" creationId="{EE3C37DD-27A8-40B1-B32E-CBB716D45CF8}"/>
          </ac:spMkLst>
        </pc:spChg>
        <pc:picChg chg="add mod">
          <ac:chgData name="Ana Bagić" userId="S::ab51578@fer.hr::ed39d802-e95b-4021-8922-c087cd44f7d0" providerId="AD" clId="Web-{F12EEC52-3A7B-F040-BB28-76F56E98C1CF}" dt="2024-09-15T22:01:31.975" v="2805" actId="1076"/>
          <ac:picMkLst>
            <pc:docMk/>
            <pc:sldMk cId="3963310431" sldId="7158"/>
            <ac:picMk id="9" creationId="{EB5C6FDB-62AA-A30F-E27F-9722FF43651C}"/>
          </ac:picMkLst>
        </pc:picChg>
        <pc:inkChg chg="add del">
          <ac:chgData name="Ana Bagić" userId="S::ab51578@fer.hr::ed39d802-e95b-4021-8922-c087cd44f7d0" providerId="AD" clId="Web-{F12EEC52-3A7B-F040-BB28-76F56E98C1CF}" dt="2024-09-15T22:00:40.067" v="2794"/>
          <ac:inkMkLst>
            <pc:docMk/>
            <pc:sldMk cId="3963310431" sldId="7158"/>
            <ac:inkMk id="16" creationId="{E33DCDC6-9D4B-4447-82EC-8E24F3627DC0}"/>
          </ac:inkMkLst>
        </pc:inkChg>
        <pc:inkChg chg="add del">
          <ac:chgData name="Ana Bagić" userId="S::ab51578@fer.hr::ed39d802-e95b-4021-8922-c087cd44f7d0" providerId="AD" clId="Web-{F12EEC52-3A7B-F040-BB28-76F56E98C1CF}" dt="2024-09-15T22:00:45.802" v="2800"/>
          <ac:inkMkLst>
            <pc:docMk/>
            <pc:sldMk cId="3963310431" sldId="7158"/>
            <ac:inkMk id="19" creationId="{7F6055F7-0142-432E-8C7C-6E28F90F426A}"/>
          </ac:inkMkLst>
        </pc:inkChg>
        <pc:inkChg chg="add del">
          <ac:chgData name="Ana Bagić" userId="S::ab51578@fer.hr::ed39d802-e95b-4021-8922-c087cd44f7d0" providerId="AD" clId="Web-{F12EEC52-3A7B-F040-BB28-76F56E98C1CF}" dt="2024-09-15T22:00:44.708" v="2799"/>
          <ac:inkMkLst>
            <pc:docMk/>
            <pc:sldMk cId="3963310431" sldId="7158"/>
            <ac:inkMk id="25" creationId="{D7523334-EE68-431A-B851-7CEFB3F87A99}"/>
          </ac:inkMkLst>
        </pc:inkChg>
        <pc:inkChg chg="add del">
          <ac:chgData name="Ana Bagić" userId="S::ab51578@fer.hr::ed39d802-e95b-4021-8922-c087cd44f7d0" providerId="AD" clId="Web-{F12EEC52-3A7B-F040-BB28-76F56E98C1CF}" dt="2024-09-15T22:00:43.333" v="2798"/>
          <ac:inkMkLst>
            <pc:docMk/>
            <pc:sldMk cId="3963310431" sldId="7158"/>
            <ac:inkMk id="27" creationId="{2CE2AF10-8876-4B7F-8C63-6F4B8E367DF5}"/>
          </ac:inkMkLst>
        </pc:inkChg>
      </pc:sldChg>
      <pc:sldChg chg="addSp modSp">
        <pc:chgData name="Ana Bagić" userId="S::ab51578@fer.hr::ed39d802-e95b-4021-8922-c087cd44f7d0" providerId="AD" clId="Web-{F12EEC52-3A7B-F040-BB28-76F56E98C1CF}" dt="2024-09-15T22:05:51.031" v="2853" actId="20577"/>
        <pc:sldMkLst>
          <pc:docMk/>
          <pc:sldMk cId="2989922940" sldId="7159"/>
        </pc:sldMkLst>
        <pc:spChg chg="mod">
          <ac:chgData name="Ana Bagić" userId="S::ab51578@fer.hr::ed39d802-e95b-4021-8922-c087cd44f7d0" providerId="AD" clId="Web-{F12EEC52-3A7B-F040-BB28-76F56E98C1CF}" dt="2024-09-15T22:05:51.031" v="2853" actId="20577"/>
          <ac:spMkLst>
            <pc:docMk/>
            <pc:sldMk cId="2989922940" sldId="7159"/>
            <ac:spMk id="2" creationId="{AF5A3645-BE6C-45BB-B172-A2D2C7C9CB46}"/>
          </ac:spMkLst>
        </pc:spChg>
        <pc:spChg chg="mod">
          <ac:chgData name="Ana Bagić" userId="S::ab51578@fer.hr::ed39d802-e95b-4021-8922-c087cd44f7d0" providerId="AD" clId="Web-{F12EEC52-3A7B-F040-BB28-76F56E98C1CF}" dt="2024-09-15T22:02:53.447" v="2828" actId="20577"/>
          <ac:spMkLst>
            <pc:docMk/>
            <pc:sldMk cId="2989922940" sldId="7159"/>
            <ac:spMk id="3" creationId="{B82057D9-7453-4E0E-87CF-8AD9596EA684}"/>
          </ac:spMkLst>
        </pc:spChg>
        <pc:picChg chg="add mod">
          <ac:chgData name="Ana Bagić" userId="S::ab51578@fer.hr::ed39d802-e95b-4021-8922-c087cd44f7d0" providerId="AD" clId="Web-{F12EEC52-3A7B-F040-BB28-76F56E98C1CF}" dt="2024-09-15T22:03:15.963" v="2834" actId="1076"/>
          <ac:picMkLst>
            <pc:docMk/>
            <pc:sldMk cId="2989922940" sldId="7159"/>
            <ac:picMk id="5" creationId="{5A86CC83-BF61-9EA8-7BB4-860E46024221}"/>
          </ac:picMkLst>
        </pc:picChg>
      </pc:sldChg>
      <pc:sldChg chg="addSp delSp modSp">
        <pc:chgData name="Ana Bagić" userId="S::ab51578@fer.hr::ed39d802-e95b-4021-8922-c087cd44f7d0" providerId="AD" clId="Web-{F12EEC52-3A7B-F040-BB28-76F56E98C1CF}" dt="2024-09-15T22:09:10.819" v="2960" actId="1076"/>
        <pc:sldMkLst>
          <pc:docMk/>
          <pc:sldMk cId="3299044787" sldId="7160"/>
        </pc:sldMkLst>
        <pc:spChg chg="mod">
          <ac:chgData name="Ana Bagić" userId="S::ab51578@fer.hr::ed39d802-e95b-4021-8922-c087cd44f7d0" providerId="AD" clId="Web-{F12EEC52-3A7B-F040-BB28-76F56E98C1CF}" dt="2024-09-15T22:07:54.988" v="2901" actId="1076"/>
          <ac:spMkLst>
            <pc:docMk/>
            <pc:sldMk cId="3299044787" sldId="7160"/>
            <ac:spMk id="2" creationId="{9511C07E-49C3-4D7E-A12C-37AC24AD3FE3}"/>
          </ac:spMkLst>
        </pc:spChg>
        <pc:spChg chg="mod">
          <ac:chgData name="Ana Bagić" userId="S::ab51578@fer.hr::ed39d802-e95b-4021-8922-c087cd44f7d0" providerId="AD" clId="Web-{F12EEC52-3A7B-F040-BB28-76F56E98C1CF}" dt="2024-09-15T22:05:44.796" v="2851" actId="20577"/>
          <ac:spMkLst>
            <pc:docMk/>
            <pc:sldMk cId="3299044787" sldId="7160"/>
            <ac:spMk id="3" creationId="{1278D73A-2955-4093-88BD-B3D5A3ABA13C}"/>
          </ac:spMkLst>
        </pc:spChg>
        <pc:spChg chg="add mod">
          <ac:chgData name="Ana Bagić" userId="S::ab51578@fer.hr::ed39d802-e95b-4021-8922-c087cd44f7d0" providerId="AD" clId="Web-{F12EEC52-3A7B-F040-BB28-76F56E98C1CF}" dt="2024-09-15T22:09:10.819" v="2960" actId="1076"/>
          <ac:spMkLst>
            <pc:docMk/>
            <pc:sldMk cId="3299044787" sldId="7160"/>
            <ac:spMk id="8" creationId="{D3504C4D-2CB4-D390-E5FA-3D682264A01C}"/>
          </ac:spMkLst>
        </pc:spChg>
        <pc:picChg chg="add mod">
          <ac:chgData name="Ana Bagić" userId="S::ab51578@fer.hr::ed39d802-e95b-4021-8922-c087cd44f7d0" providerId="AD" clId="Web-{F12EEC52-3A7B-F040-BB28-76F56E98C1CF}" dt="2024-09-15T22:07:03.424" v="2870" actId="1076"/>
          <ac:picMkLst>
            <pc:docMk/>
            <pc:sldMk cId="3299044787" sldId="7160"/>
            <ac:picMk id="5" creationId="{D9639B71-6B89-F8E1-A4EC-2C25BCC388D9}"/>
          </ac:picMkLst>
        </pc:picChg>
        <pc:picChg chg="del">
          <ac:chgData name="Ana Bagić" userId="S::ab51578@fer.hr::ed39d802-e95b-4021-8922-c087cd44f7d0" providerId="AD" clId="Web-{F12EEC52-3A7B-F040-BB28-76F56E98C1CF}" dt="2024-09-15T22:05:30.608" v="2844"/>
          <ac:picMkLst>
            <pc:docMk/>
            <pc:sldMk cId="3299044787" sldId="7160"/>
            <ac:picMk id="6" creationId="{5ABBCA5A-016A-47F1-9EE2-F887BEB835C9}"/>
          </ac:picMkLst>
        </pc:picChg>
        <pc:picChg chg="add mod">
          <ac:chgData name="Ana Bagić" userId="S::ab51578@fer.hr::ed39d802-e95b-4021-8922-c087cd44f7d0" providerId="AD" clId="Web-{F12EEC52-3A7B-F040-BB28-76F56E98C1CF}" dt="2024-09-15T22:07:09.174" v="2872" actId="1076"/>
          <ac:picMkLst>
            <pc:docMk/>
            <pc:sldMk cId="3299044787" sldId="7160"/>
            <ac:picMk id="7" creationId="{48896644-4039-6300-1058-FF635F1D98C6}"/>
          </ac:picMkLst>
        </pc:picChg>
      </pc:sldChg>
      <pc:sldChg chg="modSp modNotes">
        <pc:chgData name="Ana Bagić" userId="S::ab51578@fer.hr::ed39d802-e95b-4021-8922-c087cd44f7d0" providerId="AD" clId="Web-{F12EEC52-3A7B-F040-BB28-76F56E98C1CF}" dt="2024-09-15T20:17:05.145" v="1430"/>
        <pc:sldMkLst>
          <pc:docMk/>
          <pc:sldMk cId="2567960026" sldId="7164"/>
        </pc:sldMkLst>
        <pc:spChg chg="mod">
          <ac:chgData name="Ana Bagić" userId="S::ab51578@fer.hr::ed39d802-e95b-4021-8922-c087cd44f7d0" providerId="AD" clId="Web-{F12EEC52-3A7B-F040-BB28-76F56E98C1CF}" dt="2024-09-15T20:15:58.279" v="1249" actId="20577"/>
          <ac:spMkLst>
            <pc:docMk/>
            <pc:sldMk cId="2567960026" sldId="7164"/>
            <ac:spMk id="2" creationId="{25715899-9BE0-4F30-BC9D-C5EFFE64C086}"/>
          </ac:spMkLst>
        </pc:spChg>
      </pc:sldChg>
      <pc:sldChg chg="addSp delSp modSp modNotes">
        <pc:chgData name="Ana Bagić" userId="S::ab51578@fer.hr::ed39d802-e95b-4021-8922-c087cd44f7d0" providerId="AD" clId="Web-{F12EEC52-3A7B-F040-BB28-76F56E98C1CF}" dt="2024-09-15T22:25:56.549" v="3308" actId="20577"/>
        <pc:sldMkLst>
          <pc:docMk/>
          <pc:sldMk cId="1131858437" sldId="7168"/>
        </pc:sldMkLst>
        <pc:spChg chg="mod">
          <ac:chgData name="Ana Bagić" userId="S::ab51578@fer.hr::ed39d802-e95b-4021-8922-c087cd44f7d0" providerId="AD" clId="Web-{F12EEC52-3A7B-F040-BB28-76F56E98C1CF}" dt="2024-09-15T22:25:56.549" v="3308" actId="20577"/>
          <ac:spMkLst>
            <pc:docMk/>
            <pc:sldMk cId="1131858437" sldId="7168"/>
            <ac:spMk id="2" creationId="{878A1A07-A04C-4872-ABCC-9C313C13F3A5}"/>
          </ac:spMkLst>
        </pc:spChg>
        <pc:spChg chg="mod">
          <ac:chgData name="Ana Bagić" userId="S::ab51578@fer.hr::ed39d802-e95b-4021-8922-c087cd44f7d0" providerId="AD" clId="Web-{F12EEC52-3A7B-F040-BB28-76F56E98C1CF}" dt="2024-09-15T22:12:39.529" v="2978" actId="20577"/>
          <ac:spMkLst>
            <pc:docMk/>
            <pc:sldMk cId="1131858437" sldId="7168"/>
            <ac:spMk id="3" creationId="{245CE108-C40D-4708-8569-ADA7A9CDF38C}"/>
          </ac:spMkLst>
        </pc:spChg>
        <pc:spChg chg="del">
          <ac:chgData name="Ana Bagić" userId="S::ab51578@fer.hr::ed39d802-e95b-4021-8922-c087cd44f7d0" providerId="AD" clId="Web-{F12EEC52-3A7B-F040-BB28-76F56E98C1CF}" dt="2024-09-15T22:12:44.013" v="2987"/>
          <ac:spMkLst>
            <pc:docMk/>
            <pc:sldMk cId="1131858437" sldId="7168"/>
            <ac:spMk id="23" creationId="{E9EBFCE4-FDE4-4FDF-A7AC-3FEC29AA0CEC}"/>
          </ac:spMkLst>
        </pc:spChg>
        <pc:spChg chg="del">
          <ac:chgData name="Ana Bagić" userId="S::ab51578@fer.hr::ed39d802-e95b-4021-8922-c087cd44f7d0" providerId="AD" clId="Web-{F12EEC52-3A7B-F040-BB28-76F56E98C1CF}" dt="2024-09-15T22:12:44.013" v="2986"/>
          <ac:spMkLst>
            <pc:docMk/>
            <pc:sldMk cId="1131858437" sldId="7168"/>
            <ac:spMk id="24" creationId="{408D11E4-6C11-4030-9A0B-C6EC909421BC}"/>
          </ac:spMkLst>
        </pc:spChg>
        <pc:spChg chg="del">
          <ac:chgData name="Ana Bagić" userId="S::ab51578@fer.hr::ed39d802-e95b-4021-8922-c087cd44f7d0" providerId="AD" clId="Web-{F12EEC52-3A7B-F040-BB28-76F56E98C1CF}" dt="2024-09-15T22:12:44.013" v="2983"/>
          <ac:spMkLst>
            <pc:docMk/>
            <pc:sldMk cId="1131858437" sldId="7168"/>
            <ac:spMk id="28" creationId="{DFCE8948-C4BB-47B3-B69F-F1CFFE3EEE33}"/>
          </ac:spMkLst>
        </pc:spChg>
        <pc:spChg chg="del">
          <ac:chgData name="Ana Bagić" userId="S::ab51578@fer.hr::ed39d802-e95b-4021-8922-c087cd44f7d0" providerId="AD" clId="Web-{F12EEC52-3A7B-F040-BB28-76F56E98C1CF}" dt="2024-09-15T22:12:45.748" v="2988"/>
          <ac:spMkLst>
            <pc:docMk/>
            <pc:sldMk cId="1131858437" sldId="7168"/>
            <ac:spMk id="33" creationId="{EB831DF8-FAB8-4C79-B768-0FF873F1D55E}"/>
          </ac:spMkLst>
        </pc:spChg>
        <pc:spChg chg="del">
          <ac:chgData name="Ana Bagić" userId="S::ab51578@fer.hr::ed39d802-e95b-4021-8922-c087cd44f7d0" providerId="AD" clId="Web-{F12EEC52-3A7B-F040-BB28-76F56E98C1CF}" dt="2024-09-15T22:12:44.013" v="2985"/>
          <ac:spMkLst>
            <pc:docMk/>
            <pc:sldMk cId="1131858437" sldId="7168"/>
            <ac:spMk id="35" creationId="{BEF4829C-F538-402A-8CFC-498488F0B94B}"/>
          </ac:spMkLst>
        </pc:spChg>
        <pc:spChg chg="del">
          <ac:chgData name="Ana Bagić" userId="S::ab51578@fer.hr::ed39d802-e95b-4021-8922-c087cd44f7d0" providerId="AD" clId="Web-{F12EEC52-3A7B-F040-BB28-76F56E98C1CF}" dt="2024-09-15T22:12:44.013" v="2984"/>
          <ac:spMkLst>
            <pc:docMk/>
            <pc:sldMk cId="1131858437" sldId="7168"/>
            <ac:spMk id="41" creationId="{9C87A14F-612E-4D74-9D32-762DA4F28312}"/>
          </ac:spMkLst>
        </pc:spChg>
        <pc:spChg chg="del">
          <ac:chgData name="Ana Bagić" userId="S::ab51578@fer.hr::ed39d802-e95b-4021-8922-c087cd44f7d0" providerId="AD" clId="Web-{F12EEC52-3A7B-F040-BB28-76F56E98C1CF}" dt="2024-09-15T22:12:44.013" v="2979"/>
          <ac:spMkLst>
            <pc:docMk/>
            <pc:sldMk cId="1131858437" sldId="7168"/>
            <ac:spMk id="42" creationId="{FDB8027D-7FB2-4451-8CFD-6C8448628AF5}"/>
          </ac:spMkLst>
        </pc:spChg>
        <pc:spChg chg="del">
          <ac:chgData name="Ana Bagić" userId="S::ab51578@fer.hr::ed39d802-e95b-4021-8922-c087cd44f7d0" providerId="AD" clId="Web-{F12EEC52-3A7B-F040-BB28-76F56E98C1CF}" dt="2024-09-15T22:12:44.013" v="2980"/>
          <ac:spMkLst>
            <pc:docMk/>
            <pc:sldMk cId="1131858437" sldId="7168"/>
            <ac:spMk id="43" creationId="{021FEB0E-7828-4CC1-B0C9-37CF748767D1}"/>
          </ac:spMkLst>
        </pc:spChg>
        <pc:spChg chg="del">
          <ac:chgData name="Ana Bagić" userId="S::ab51578@fer.hr::ed39d802-e95b-4021-8922-c087cd44f7d0" providerId="AD" clId="Web-{F12EEC52-3A7B-F040-BB28-76F56E98C1CF}" dt="2024-09-15T22:12:44.013" v="2982"/>
          <ac:spMkLst>
            <pc:docMk/>
            <pc:sldMk cId="1131858437" sldId="7168"/>
            <ac:spMk id="45" creationId="{FB9E0F84-B03A-4187-914A-A1D6C7FEEEEE}"/>
          </ac:spMkLst>
        </pc:spChg>
        <pc:spChg chg="del">
          <ac:chgData name="Ana Bagić" userId="S::ab51578@fer.hr::ed39d802-e95b-4021-8922-c087cd44f7d0" providerId="AD" clId="Web-{F12EEC52-3A7B-F040-BB28-76F56E98C1CF}" dt="2024-09-15T22:12:44.013" v="2981"/>
          <ac:spMkLst>
            <pc:docMk/>
            <pc:sldMk cId="1131858437" sldId="7168"/>
            <ac:spMk id="46" creationId="{E8C2C671-408F-4488-99BB-4178912F0058}"/>
          </ac:spMkLst>
        </pc:spChg>
        <pc:picChg chg="add mod modCrop">
          <ac:chgData name="Ana Bagić" userId="S::ab51578@fer.hr::ed39d802-e95b-4021-8922-c087cd44f7d0" providerId="AD" clId="Web-{F12EEC52-3A7B-F040-BB28-76F56E98C1CF}" dt="2024-09-15T22:23:27.239" v="3191" actId="14100"/>
          <ac:picMkLst>
            <pc:docMk/>
            <pc:sldMk cId="1131858437" sldId="7168"/>
            <ac:picMk id="5" creationId="{6DA6653A-44AD-275D-0553-9DFDD307004A}"/>
          </ac:picMkLst>
        </pc:picChg>
        <pc:picChg chg="add mod modCrop">
          <ac:chgData name="Ana Bagić" userId="S::ab51578@fer.hr::ed39d802-e95b-4021-8922-c087cd44f7d0" providerId="AD" clId="Web-{F12EEC52-3A7B-F040-BB28-76F56E98C1CF}" dt="2024-09-15T22:23:23.833" v="3190" actId="14100"/>
          <ac:picMkLst>
            <pc:docMk/>
            <pc:sldMk cId="1131858437" sldId="7168"/>
            <ac:picMk id="6" creationId="{E5DBFC58-7AD7-2C15-257A-7B23BB73A0EA}"/>
          </ac:picMkLst>
        </pc:picChg>
      </pc:sldChg>
      <pc:sldChg chg="addSp delSp modSp">
        <pc:chgData name="Ana Bagić" userId="S::ab51578@fer.hr::ed39d802-e95b-4021-8922-c087cd44f7d0" providerId="AD" clId="Web-{F12EEC52-3A7B-F040-BB28-76F56E98C1CF}" dt="2024-09-15T22:17:43.086" v="3163" actId="20577"/>
        <pc:sldMkLst>
          <pc:docMk/>
          <pc:sldMk cId="4070739985" sldId="7169"/>
        </pc:sldMkLst>
        <pc:spChg chg="mod">
          <ac:chgData name="Ana Bagić" userId="S::ab51578@fer.hr::ed39d802-e95b-4021-8922-c087cd44f7d0" providerId="AD" clId="Web-{F12EEC52-3A7B-F040-BB28-76F56E98C1CF}" dt="2024-09-15T22:17:43.086" v="3163" actId="20577"/>
          <ac:spMkLst>
            <pc:docMk/>
            <pc:sldMk cId="4070739985" sldId="7169"/>
            <ac:spMk id="2" creationId="{AB04F6D0-78DE-4D85-B937-06809E5AEA14}"/>
          </ac:spMkLst>
        </pc:spChg>
        <pc:spChg chg="mod">
          <ac:chgData name="Ana Bagić" userId="S::ab51578@fer.hr::ed39d802-e95b-4021-8922-c087cd44f7d0" providerId="AD" clId="Web-{F12EEC52-3A7B-F040-BB28-76F56E98C1CF}" dt="2024-09-15T22:11:43.386" v="2967" actId="20577"/>
          <ac:spMkLst>
            <pc:docMk/>
            <pc:sldMk cId="4070739985" sldId="7169"/>
            <ac:spMk id="3" creationId="{E5EE0977-5504-4C9C-B6D5-E5F162EB5B7B}"/>
          </ac:spMkLst>
        </pc:spChg>
        <pc:picChg chg="add mod">
          <ac:chgData name="Ana Bagić" userId="S::ab51578@fer.hr::ed39d802-e95b-4021-8922-c087cd44f7d0" providerId="AD" clId="Web-{F12EEC52-3A7B-F040-BB28-76F56E98C1CF}" dt="2024-09-15T22:17:39.336" v="3161" actId="14100"/>
          <ac:picMkLst>
            <pc:docMk/>
            <pc:sldMk cId="4070739985" sldId="7169"/>
            <ac:picMk id="5" creationId="{53F7B27E-9875-A4BA-ED9E-58D4CCB7D6B8}"/>
          </ac:picMkLst>
        </pc:picChg>
        <pc:picChg chg="del">
          <ac:chgData name="Ana Bagić" userId="S::ab51578@fer.hr::ed39d802-e95b-4021-8922-c087cd44f7d0" providerId="AD" clId="Web-{F12EEC52-3A7B-F040-BB28-76F56E98C1CF}" dt="2024-09-15T22:11:44.777" v="2968"/>
          <ac:picMkLst>
            <pc:docMk/>
            <pc:sldMk cId="4070739985" sldId="7169"/>
            <ac:picMk id="6" creationId="{E99EABCC-582C-45BA-9021-6BAB340D113A}"/>
          </ac:picMkLst>
        </pc:picChg>
      </pc:sldChg>
      <pc:sldChg chg="addSp delSp modSp modNotes">
        <pc:chgData name="Ana Bagić" userId="S::ab51578@fer.hr::ed39d802-e95b-4021-8922-c087cd44f7d0" providerId="AD" clId="Web-{F12EEC52-3A7B-F040-BB28-76F56E98C1CF}" dt="2024-09-15T20:40:03.943" v="1736" actId="14100"/>
        <pc:sldMkLst>
          <pc:docMk/>
          <pc:sldMk cId="1055546597" sldId="7170"/>
        </pc:sldMkLst>
        <pc:spChg chg="mod">
          <ac:chgData name="Ana Bagić" userId="S::ab51578@fer.hr::ed39d802-e95b-4021-8922-c087cd44f7d0" providerId="AD" clId="Web-{F12EEC52-3A7B-F040-BB28-76F56E98C1CF}" dt="2024-09-15T20:40:03.943" v="1736" actId="14100"/>
          <ac:spMkLst>
            <pc:docMk/>
            <pc:sldMk cId="1055546597" sldId="7170"/>
            <ac:spMk id="2" creationId="{78EAD722-7367-4038-A104-AABF540B3613}"/>
          </ac:spMkLst>
        </pc:spChg>
        <pc:spChg chg="mod">
          <ac:chgData name="Ana Bagić" userId="S::ab51578@fer.hr::ed39d802-e95b-4021-8922-c087cd44f7d0" providerId="AD" clId="Web-{F12EEC52-3A7B-F040-BB28-76F56E98C1CF}" dt="2024-09-15T20:17:43.570" v="1432" actId="20577"/>
          <ac:spMkLst>
            <pc:docMk/>
            <pc:sldMk cId="1055546597" sldId="7170"/>
            <ac:spMk id="3" creationId="{9B863D36-2084-4EE1-B155-8AFFF5D44CB3}"/>
          </ac:spMkLst>
        </pc:spChg>
        <pc:spChg chg="add del">
          <ac:chgData name="Ana Bagić" userId="S::ab51578@fer.hr::ed39d802-e95b-4021-8922-c087cd44f7d0" providerId="AD" clId="Web-{F12EEC52-3A7B-F040-BB28-76F56E98C1CF}" dt="2024-09-15T20:24:00.536" v="1462"/>
          <ac:spMkLst>
            <pc:docMk/>
            <pc:sldMk cId="1055546597" sldId="7170"/>
            <ac:spMk id="7" creationId="{AE39718F-BA58-79EC-B762-4B40DE320896}"/>
          </ac:spMkLst>
        </pc:spChg>
        <pc:spChg chg="add del">
          <ac:chgData name="Ana Bagić" userId="S::ab51578@fer.hr::ed39d802-e95b-4021-8922-c087cd44f7d0" providerId="AD" clId="Web-{F12EEC52-3A7B-F040-BB28-76F56E98C1CF}" dt="2024-09-15T20:24:00.583" v="1464"/>
          <ac:spMkLst>
            <pc:docMk/>
            <pc:sldMk cId="1055546597" sldId="7170"/>
            <ac:spMk id="8" creationId="{0925CCF4-BE07-C900-BB3B-A1BFDDB34B9E}"/>
          </ac:spMkLst>
        </pc:spChg>
        <pc:spChg chg="add del">
          <ac:chgData name="Ana Bagić" userId="S::ab51578@fer.hr::ed39d802-e95b-4021-8922-c087cd44f7d0" providerId="AD" clId="Web-{F12EEC52-3A7B-F040-BB28-76F56E98C1CF}" dt="2024-09-15T20:24:07.833" v="1466"/>
          <ac:spMkLst>
            <pc:docMk/>
            <pc:sldMk cId="1055546597" sldId="7170"/>
            <ac:spMk id="9" creationId="{24DDD8EF-7261-D814-D44D-2E8786B108BF}"/>
          </ac:spMkLst>
        </pc:spChg>
        <pc:spChg chg="add del">
          <ac:chgData name="Ana Bagić" userId="S::ab51578@fer.hr::ed39d802-e95b-4021-8922-c087cd44f7d0" providerId="AD" clId="Web-{F12EEC52-3A7B-F040-BB28-76F56E98C1CF}" dt="2024-09-15T20:24:07.880" v="1468"/>
          <ac:spMkLst>
            <pc:docMk/>
            <pc:sldMk cId="1055546597" sldId="7170"/>
            <ac:spMk id="10" creationId="{EB51C763-80CF-F963-D763-F7988C6105E9}"/>
          </ac:spMkLst>
        </pc:spChg>
        <pc:spChg chg="add del">
          <ac:chgData name="Ana Bagić" userId="S::ab51578@fer.hr::ed39d802-e95b-4021-8922-c087cd44f7d0" providerId="AD" clId="Web-{F12EEC52-3A7B-F040-BB28-76F56E98C1CF}" dt="2024-09-15T20:24:46.303" v="1470"/>
          <ac:spMkLst>
            <pc:docMk/>
            <pc:sldMk cId="1055546597" sldId="7170"/>
            <ac:spMk id="11" creationId="{E5335AE5-0290-3127-CA2A-FB429F3A2341}"/>
          </ac:spMkLst>
        </pc:spChg>
        <pc:spChg chg="add del">
          <ac:chgData name="Ana Bagić" userId="S::ab51578@fer.hr::ed39d802-e95b-4021-8922-c087cd44f7d0" providerId="AD" clId="Web-{F12EEC52-3A7B-F040-BB28-76F56E98C1CF}" dt="2024-09-15T20:24:53.131" v="1473"/>
          <ac:spMkLst>
            <pc:docMk/>
            <pc:sldMk cId="1055546597" sldId="7170"/>
            <ac:spMk id="12" creationId="{2068B11C-B7F6-6C6D-70CF-14E99222A703}"/>
          </ac:spMkLst>
        </pc:spChg>
        <pc:spChg chg="add del">
          <ac:chgData name="Ana Bagić" userId="S::ab51578@fer.hr::ed39d802-e95b-4021-8922-c087cd44f7d0" providerId="AD" clId="Web-{F12EEC52-3A7B-F040-BB28-76F56E98C1CF}" dt="2024-09-15T20:25:08.882" v="1476"/>
          <ac:spMkLst>
            <pc:docMk/>
            <pc:sldMk cId="1055546597" sldId="7170"/>
            <ac:spMk id="13" creationId="{B542DC9C-6AE4-6D20-5A78-A148ACED18C7}"/>
          </ac:spMkLst>
        </pc:spChg>
        <pc:spChg chg="add del">
          <ac:chgData name="Ana Bagić" userId="S::ab51578@fer.hr::ed39d802-e95b-4021-8922-c087cd44f7d0" providerId="AD" clId="Web-{F12EEC52-3A7B-F040-BB28-76F56E98C1CF}" dt="2024-09-15T20:25:08.913" v="1478"/>
          <ac:spMkLst>
            <pc:docMk/>
            <pc:sldMk cId="1055546597" sldId="7170"/>
            <ac:spMk id="14" creationId="{4D33973D-347D-73DC-787A-0FE0E50FBAF2}"/>
          </ac:spMkLst>
        </pc:spChg>
        <pc:spChg chg="add del mod">
          <ac:chgData name="Ana Bagić" userId="S::ab51578@fer.hr::ed39d802-e95b-4021-8922-c087cd44f7d0" providerId="AD" clId="Web-{F12EEC52-3A7B-F040-BB28-76F56E98C1CF}" dt="2024-09-15T20:30:54.784" v="1522"/>
          <ac:spMkLst>
            <pc:docMk/>
            <pc:sldMk cId="1055546597" sldId="7170"/>
            <ac:spMk id="15" creationId="{080288B7-2806-0F58-3023-C049B96BD4B9}"/>
          </ac:spMkLst>
        </pc:spChg>
        <pc:spChg chg="add del">
          <ac:chgData name="Ana Bagić" userId="S::ab51578@fer.hr::ed39d802-e95b-4021-8922-c087cd44f7d0" providerId="AD" clId="Web-{F12EEC52-3A7B-F040-BB28-76F56E98C1CF}" dt="2024-09-15T20:29:58.314" v="1511"/>
          <ac:spMkLst>
            <pc:docMk/>
            <pc:sldMk cId="1055546597" sldId="7170"/>
            <ac:spMk id="16" creationId="{76C70728-CA6E-9013-C2B2-4B760EC4D819}"/>
          </ac:spMkLst>
        </pc:spChg>
        <pc:spChg chg="add del">
          <ac:chgData name="Ana Bagić" userId="S::ab51578@fer.hr::ed39d802-e95b-4021-8922-c087cd44f7d0" providerId="AD" clId="Web-{F12EEC52-3A7B-F040-BB28-76F56E98C1CF}" dt="2024-09-15T20:30:01.423" v="1513"/>
          <ac:spMkLst>
            <pc:docMk/>
            <pc:sldMk cId="1055546597" sldId="7170"/>
            <ac:spMk id="17" creationId="{09F3ECC9-B731-5D30-64F8-2D8310F3D67E}"/>
          </ac:spMkLst>
        </pc:spChg>
        <pc:spChg chg="add del mod">
          <ac:chgData name="Ana Bagić" userId="S::ab51578@fer.hr::ed39d802-e95b-4021-8922-c087cd44f7d0" providerId="AD" clId="Web-{F12EEC52-3A7B-F040-BB28-76F56E98C1CF}" dt="2024-09-15T20:30:54.894" v="1525"/>
          <ac:spMkLst>
            <pc:docMk/>
            <pc:sldMk cId="1055546597" sldId="7170"/>
            <ac:spMk id="18" creationId="{21F39D6E-93A2-57D3-2173-FCF1F48CC5B3}"/>
          </ac:spMkLst>
        </pc:spChg>
        <pc:spChg chg="add del">
          <ac:chgData name="Ana Bagić" userId="S::ab51578@fer.hr::ed39d802-e95b-4021-8922-c087cd44f7d0" providerId="AD" clId="Web-{F12EEC52-3A7B-F040-BB28-76F56E98C1CF}" dt="2024-09-15T20:30:15.267" v="1520"/>
          <ac:spMkLst>
            <pc:docMk/>
            <pc:sldMk cId="1055546597" sldId="7170"/>
            <ac:spMk id="19" creationId="{55C6B721-B3D7-0FC2-707E-86A06A42EA34}"/>
          </ac:spMkLst>
        </pc:spChg>
        <pc:spChg chg="add mod">
          <ac:chgData name="Ana Bagić" userId="S::ab51578@fer.hr::ed39d802-e95b-4021-8922-c087cd44f7d0" providerId="AD" clId="Web-{F12EEC52-3A7B-F040-BB28-76F56E98C1CF}" dt="2024-09-15T20:32:46.788" v="1547" actId="20577"/>
          <ac:spMkLst>
            <pc:docMk/>
            <pc:sldMk cId="1055546597" sldId="7170"/>
            <ac:spMk id="20" creationId="{3D769AEF-07AA-5BCD-BD1D-BE9F9E9D7315}"/>
          </ac:spMkLst>
        </pc:spChg>
        <pc:spChg chg="add mod">
          <ac:chgData name="Ana Bagić" userId="S::ab51578@fer.hr::ed39d802-e95b-4021-8922-c087cd44f7d0" providerId="AD" clId="Web-{F12EEC52-3A7B-F040-BB28-76F56E98C1CF}" dt="2024-09-15T20:32:42.225" v="1545" actId="20577"/>
          <ac:spMkLst>
            <pc:docMk/>
            <pc:sldMk cId="1055546597" sldId="7170"/>
            <ac:spMk id="22" creationId="{7708E378-B73D-660E-6962-6B2BCEB04340}"/>
          </ac:spMkLst>
        </pc:spChg>
        <pc:graphicFrameChg chg="add del mod modGraphic">
          <ac:chgData name="Ana Bagić" userId="S::ab51578@fer.hr::ed39d802-e95b-4021-8922-c087cd44f7d0" providerId="AD" clId="Web-{F12EEC52-3A7B-F040-BB28-76F56E98C1CF}" dt="2024-09-15T20:31:39.379" v="1532"/>
          <ac:graphicFrameMkLst>
            <pc:docMk/>
            <pc:sldMk cId="1055546597" sldId="7170"/>
            <ac:graphicFrameMk id="21" creationId="{ADCA4ADD-4E6A-1D16-4420-4B9BEAFE442F}"/>
          </ac:graphicFrameMkLst>
        </pc:graphicFrameChg>
        <pc:picChg chg="add mod">
          <ac:chgData name="Ana Bagić" userId="S::ab51578@fer.hr::ed39d802-e95b-4021-8922-c087cd44f7d0" providerId="AD" clId="Web-{F12EEC52-3A7B-F040-BB28-76F56E98C1CF}" dt="2024-09-15T20:36:17.279" v="1658" actId="1076"/>
          <ac:picMkLst>
            <pc:docMk/>
            <pc:sldMk cId="1055546597" sldId="7170"/>
            <ac:picMk id="5" creationId="{050C08E5-DBB5-A293-CF06-446AC9932058}"/>
          </ac:picMkLst>
        </pc:picChg>
        <pc:picChg chg="add mod">
          <ac:chgData name="Ana Bagić" userId="S::ab51578@fer.hr::ed39d802-e95b-4021-8922-c087cd44f7d0" providerId="AD" clId="Web-{F12EEC52-3A7B-F040-BB28-76F56E98C1CF}" dt="2024-09-15T20:32:51.663" v="1549" actId="1076"/>
          <ac:picMkLst>
            <pc:docMk/>
            <pc:sldMk cId="1055546597" sldId="7170"/>
            <ac:picMk id="6" creationId="{48BEC74C-829B-138C-08A4-E741542FE9BD}"/>
          </ac:picMkLst>
        </pc:picChg>
      </pc:sldChg>
      <pc:sldChg chg="del">
        <pc:chgData name="Ana Bagić" userId="S::ab51578@fer.hr::ed39d802-e95b-4021-8922-c087cd44f7d0" providerId="AD" clId="Web-{F12EEC52-3A7B-F040-BB28-76F56E98C1CF}" dt="2024-09-15T20:18:10.446" v="1435"/>
        <pc:sldMkLst>
          <pc:docMk/>
          <pc:sldMk cId="1788212539" sldId="7171"/>
        </pc:sldMkLst>
      </pc:sldChg>
      <pc:sldChg chg="del">
        <pc:chgData name="Ana Bagić" userId="S::ab51578@fer.hr::ed39d802-e95b-4021-8922-c087cd44f7d0" providerId="AD" clId="Web-{F12EEC52-3A7B-F040-BB28-76F56E98C1CF}" dt="2024-09-15T20:18:08.430" v="1434"/>
        <pc:sldMkLst>
          <pc:docMk/>
          <pc:sldMk cId="2546848351" sldId="7172"/>
        </pc:sldMkLst>
      </pc:sldChg>
      <pc:sldChg chg="del">
        <pc:chgData name="Ana Bagić" userId="S::ab51578@fer.hr::ed39d802-e95b-4021-8922-c087cd44f7d0" providerId="AD" clId="Web-{F12EEC52-3A7B-F040-BB28-76F56E98C1CF}" dt="2024-09-15T20:17:55.664" v="1433"/>
        <pc:sldMkLst>
          <pc:docMk/>
          <pc:sldMk cId="3839507658" sldId="7173"/>
        </pc:sldMkLst>
      </pc:sldChg>
      <pc:sldChg chg="addSp delSp modSp modNotes">
        <pc:chgData name="Ana Bagić" userId="S::ab51578@fer.hr::ed39d802-e95b-4021-8922-c087cd44f7d0" providerId="AD" clId="Web-{F12EEC52-3A7B-F040-BB28-76F56E98C1CF}" dt="2024-09-15T18:40:30.128" v="665" actId="1076"/>
        <pc:sldMkLst>
          <pc:docMk/>
          <pc:sldMk cId="266910238" sldId="7174"/>
        </pc:sldMkLst>
        <pc:spChg chg="add del mod">
          <ac:chgData name="Ana Bagić" userId="S::ab51578@fer.hr::ed39d802-e95b-4021-8922-c087cd44f7d0" providerId="AD" clId="Web-{F12EEC52-3A7B-F040-BB28-76F56E98C1CF}" dt="2024-09-15T17:35:57.685" v="32"/>
          <ac:spMkLst>
            <pc:docMk/>
            <pc:sldMk cId="266910238" sldId="7174"/>
            <ac:spMk id="4" creationId="{A90A6B8C-75D5-2A38-5AD8-F90D6E8C39E9}"/>
          </ac:spMkLst>
        </pc:spChg>
        <pc:spChg chg="mod">
          <ac:chgData name="Ana Bagić" userId="S::ab51578@fer.hr::ed39d802-e95b-4021-8922-c087cd44f7d0" providerId="AD" clId="Web-{F12EEC52-3A7B-F040-BB28-76F56E98C1CF}" dt="2024-09-15T18:40:30.128" v="665" actId="1076"/>
          <ac:spMkLst>
            <pc:docMk/>
            <pc:sldMk cId="266910238" sldId="7174"/>
            <ac:spMk id="5" creationId="{3B04E2F4-D673-EC17-ECEC-B2AB6E4C642F}"/>
          </ac:spMkLst>
        </pc:spChg>
        <pc:picChg chg="add mod">
          <ac:chgData name="Ana Bagić" userId="S::ab51578@fer.hr::ed39d802-e95b-4021-8922-c087cd44f7d0" providerId="AD" clId="Web-{F12EEC52-3A7B-F040-BB28-76F56E98C1CF}" dt="2024-09-15T17:37:28.844" v="45" actId="1076"/>
          <ac:picMkLst>
            <pc:docMk/>
            <pc:sldMk cId="266910238" sldId="7174"/>
            <ac:picMk id="6" creationId="{3E543922-A421-17B6-E6E1-5F233CC3E725}"/>
          </ac:picMkLst>
        </pc:picChg>
        <pc:picChg chg="add mod">
          <ac:chgData name="Ana Bagić" userId="S::ab51578@fer.hr::ed39d802-e95b-4021-8922-c087cd44f7d0" providerId="AD" clId="Web-{F12EEC52-3A7B-F040-BB28-76F56E98C1CF}" dt="2024-09-15T17:37:28.813" v="44" actId="1076"/>
          <ac:picMkLst>
            <pc:docMk/>
            <pc:sldMk cId="266910238" sldId="7174"/>
            <ac:picMk id="7" creationId="{978F6498-B77E-DA5C-272C-6690EA4EA3F5}"/>
          </ac:picMkLst>
        </pc:picChg>
      </pc:sldChg>
      <pc:sldChg chg="addSp modSp new modNotes">
        <pc:chgData name="Ana Bagić" userId="S::ab51578@fer.hr::ed39d802-e95b-4021-8922-c087cd44f7d0" providerId="AD" clId="Web-{F12EEC52-3A7B-F040-BB28-76F56E98C1CF}" dt="2024-09-15T18:57:06.742" v="958" actId="1076"/>
        <pc:sldMkLst>
          <pc:docMk/>
          <pc:sldMk cId="4208121945" sldId="7175"/>
        </pc:sldMkLst>
        <pc:spChg chg="mod">
          <ac:chgData name="Ana Bagić" userId="S::ab51578@fer.hr::ed39d802-e95b-4021-8922-c087cd44f7d0" providerId="AD" clId="Web-{F12EEC52-3A7B-F040-BB28-76F56E98C1CF}" dt="2024-09-15T18:56:30.428" v="955" actId="20577"/>
          <ac:spMkLst>
            <pc:docMk/>
            <pc:sldMk cId="4208121945" sldId="7175"/>
            <ac:spMk id="2" creationId="{E24F9C7C-505B-DC83-9F2F-712310F1B85A}"/>
          </ac:spMkLst>
        </pc:spChg>
        <pc:spChg chg="mod">
          <ac:chgData name="Ana Bagić" userId="S::ab51578@fer.hr::ed39d802-e95b-4021-8922-c087cd44f7d0" providerId="AD" clId="Web-{F12EEC52-3A7B-F040-BB28-76F56E98C1CF}" dt="2024-09-15T18:47:52.566" v="839" actId="20577"/>
          <ac:spMkLst>
            <pc:docMk/>
            <pc:sldMk cId="4208121945" sldId="7175"/>
            <ac:spMk id="3" creationId="{04DEE9CD-6992-BD57-631A-3CC1669F7D7A}"/>
          </ac:spMkLst>
        </pc:spChg>
        <pc:picChg chg="add mod">
          <ac:chgData name="Ana Bagić" userId="S::ab51578@fer.hr::ed39d802-e95b-4021-8922-c087cd44f7d0" providerId="AD" clId="Web-{F12EEC52-3A7B-F040-BB28-76F56E98C1CF}" dt="2024-09-15T18:57:06.742" v="958" actId="1076"/>
          <ac:picMkLst>
            <pc:docMk/>
            <pc:sldMk cId="4208121945" sldId="7175"/>
            <ac:picMk id="5" creationId="{7C9A2AD0-8E10-DAF3-6987-5B4FF57FCD6D}"/>
          </ac:picMkLst>
        </pc:picChg>
      </pc:sldChg>
      <pc:sldChg chg="addSp modSp new modNotes">
        <pc:chgData name="Ana Bagić" userId="S::ab51578@fer.hr::ed39d802-e95b-4021-8922-c087cd44f7d0" providerId="AD" clId="Web-{F12EEC52-3A7B-F040-BB28-76F56E98C1CF}" dt="2024-09-15T19:19:58.869" v="1162" actId="20577"/>
        <pc:sldMkLst>
          <pc:docMk/>
          <pc:sldMk cId="2190158383" sldId="7176"/>
        </pc:sldMkLst>
        <pc:spChg chg="mod">
          <ac:chgData name="Ana Bagić" userId="S::ab51578@fer.hr::ed39d802-e95b-4021-8922-c087cd44f7d0" providerId="AD" clId="Web-{F12EEC52-3A7B-F040-BB28-76F56E98C1CF}" dt="2024-09-15T19:19:58.869" v="1162" actId="20577"/>
          <ac:spMkLst>
            <pc:docMk/>
            <pc:sldMk cId="2190158383" sldId="7176"/>
            <ac:spMk id="2" creationId="{0B1FDE5A-B27E-D16E-737C-C74DCBD47F78}"/>
          </ac:spMkLst>
        </pc:spChg>
        <pc:spChg chg="mod">
          <ac:chgData name="Ana Bagić" userId="S::ab51578@fer.hr::ed39d802-e95b-4021-8922-c087cd44f7d0" providerId="AD" clId="Web-{F12EEC52-3A7B-F040-BB28-76F56E98C1CF}" dt="2024-09-15T18:58:57.621" v="970" actId="20577"/>
          <ac:spMkLst>
            <pc:docMk/>
            <pc:sldMk cId="2190158383" sldId="7176"/>
            <ac:spMk id="3" creationId="{5B4E2830-52FE-7C7D-A335-F782F5096B51}"/>
          </ac:spMkLst>
        </pc:spChg>
        <pc:picChg chg="add mod">
          <ac:chgData name="Ana Bagić" userId="S::ab51578@fer.hr::ed39d802-e95b-4021-8922-c087cd44f7d0" providerId="AD" clId="Web-{F12EEC52-3A7B-F040-BB28-76F56E98C1CF}" dt="2024-09-15T19:17:22.942" v="1138" actId="1076"/>
          <ac:picMkLst>
            <pc:docMk/>
            <pc:sldMk cId="2190158383" sldId="7176"/>
            <ac:picMk id="5" creationId="{3FB3F9C6-98DB-7F8C-B7A0-76168BC4C92C}"/>
          </ac:picMkLst>
        </pc:picChg>
        <pc:picChg chg="add mod">
          <ac:chgData name="Ana Bagić" userId="S::ab51578@fer.hr::ed39d802-e95b-4021-8922-c087cd44f7d0" providerId="AD" clId="Web-{F12EEC52-3A7B-F040-BB28-76F56E98C1CF}" dt="2024-09-15T19:17:22.973" v="1139" actId="1076"/>
          <ac:picMkLst>
            <pc:docMk/>
            <pc:sldMk cId="2190158383" sldId="7176"/>
            <ac:picMk id="6" creationId="{D656BBAA-15AA-0934-151B-4EA3D30BB250}"/>
          </ac:picMkLst>
        </pc:picChg>
      </pc:sldChg>
      <pc:sldChg chg="addSp modSp new">
        <pc:chgData name="Ana Bagić" userId="S::ab51578@fer.hr::ed39d802-e95b-4021-8922-c087cd44f7d0" providerId="AD" clId="Web-{F12EEC52-3A7B-F040-BB28-76F56E98C1CF}" dt="2024-09-15T20:41:02.852" v="1764" actId="1076"/>
        <pc:sldMkLst>
          <pc:docMk/>
          <pc:sldMk cId="4007799570" sldId="7177"/>
        </pc:sldMkLst>
        <pc:spChg chg="mod">
          <ac:chgData name="Ana Bagić" userId="S::ab51578@fer.hr::ed39d802-e95b-4021-8922-c087cd44f7d0" providerId="AD" clId="Web-{F12EEC52-3A7B-F040-BB28-76F56E98C1CF}" dt="2024-09-15T20:40:36.944" v="1761" actId="20577"/>
          <ac:spMkLst>
            <pc:docMk/>
            <pc:sldMk cId="4007799570" sldId="7177"/>
            <ac:spMk id="2" creationId="{E0F6E3D3-7E21-2C2F-61AB-3D05EACC5B5C}"/>
          </ac:spMkLst>
        </pc:spChg>
        <pc:spChg chg="mod">
          <ac:chgData name="Ana Bagić" userId="S::ab51578@fer.hr::ed39d802-e95b-4021-8922-c087cd44f7d0" providerId="AD" clId="Web-{F12EEC52-3A7B-F040-BB28-76F56E98C1CF}" dt="2024-09-15T20:37:51.689" v="1670" actId="20577"/>
          <ac:spMkLst>
            <pc:docMk/>
            <pc:sldMk cId="4007799570" sldId="7177"/>
            <ac:spMk id="3" creationId="{6FCA2A3F-ED2A-F58F-6F7A-B90221E35119}"/>
          </ac:spMkLst>
        </pc:spChg>
        <pc:picChg chg="add mod">
          <ac:chgData name="Ana Bagić" userId="S::ab51578@fer.hr::ed39d802-e95b-4021-8922-c087cd44f7d0" providerId="AD" clId="Web-{F12EEC52-3A7B-F040-BB28-76F56E98C1CF}" dt="2024-09-15T20:41:02.852" v="1764" actId="1076"/>
          <ac:picMkLst>
            <pc:docMk/>
            <pc:sldMk cId="4007799570" sldId="7177"/>
            <ac:picMk id="5" creationId="{E55AA84E-25F0-CE32-7684-18774A74583C}"/>
          </ac:picMkLst>
        </pc:picChg>
      </pc:sldChg>
      <pc:sldChg chg="addSp modSp new modNotes">
        <pc:chgData name="Ana Bagić" userId="S::ab51578@fer.hr::ed39d802-e95b-4021-8922-c087cd44f7d0" providerId="AD" clId="Web-{F12EEC52-3A7B-F040-BB28-76F56E98C1CF}" dt="2024-09-15T20:50:04.229" v="1927"/>
        <pc:sldMkLst>
          <pc:docMk/>
          <pc:sldMk cId="2087981806" sldId="7178"/>
        </pc:sldMkLst>
        <pc:spChg chg="mod">
          <ac:chgData name="Ana Bagić" userId="S::ab51578@fer.hr::ed39d802-e95b-4021-8922-c087cd44f7d0" providerId="AD" clId="Web-{F12EEC52-3A7B-F040-BB28-76F56E98C1CF}" dt="2024-09-15T20:47:31.755" v="1882" actId="20577"/>
          <ac:spMkLst>
            <pc:docMk/>
            <pc:sldMk cId="2087981806" sldId="7178"/>
            <ac:spMk id="2" creationId="{C0832247-1FDC-4A6D-8B5A-900017330C50}"/>
          </ac:spMkLst>
        </pc:spChg>
        <pc:spChg chg="mod">
          <ac:chgData name="Ana Bagić" userId="S::ab51578@fer.hr::ed39d802-e95b-4021-8922-c087cd44f7d0" providerId="AD" clId="Web-{F12EEC52-3A7B-F040-BB28-76F56E98C1CF}" dt="2024-09-15T20:43:17.965" v="1778" actId="20577"/>
          <ac:spMkLst>
            <pc:docMk/>
            <pc:sldMk cId="2087981806" sldId="7178"/>
            <ac:spMk id="3" creationId="{B458E904-E5B0-BD82-1F5D-636A6C54C6EE}"/>
          </ac:spMkLst>
        </pc:spChg>
        <pc:picChg chg="add mod">
          <ac:chgData name="Ana Bagić" userId="S::ab51578@fer.hr::ed39d802-e95b-4021-8922-c087cd44f7d0" providerId="AD" clId="Web-{F12EEC52-3A7B-F040-BB28-76F56E98C1CF}" dt="2024-09-15T20:46:32.456" v="1846" actId="1076"/>
          <ac:picMkLst>
            <pc:docMk/>
            <pc:sldMk cId="2087981806" sldId="7178"/>
            <ac:picMk id="5" creationId="{E325BEC3-A55E-A793-DA2E-7EC428EB6BB3}"/>
          </ac:picMkLst>
        </pc:picChg>
      </pc:sldChg>
      <pc:sldChg chg="modSp new modNotes">
        <pc:chgData name="Ana Bagić" userId="S::ab51578@fer.hr::ed39d802-e95b-4021-8922-c087cd44f7d0" providerId="AD" clId="Web-{F12EEC52-3A7B-F040-BB28-76F56E98C1CF}" dt="2024-09-15T21:04:42.306" v="2221"/>
        <pc:sldMkLst>
          <pc:docMk/>
          <pc:sldMk cId="102162957" sldId="7179"/>
        </pc:sldMkLst>
        <pc:spChg chg="mod">
          <ac:chgData name="Ana Bagić" userId="S::ab51578@fer.hr::ed39d802-e95b-4021-8922-c087cd44f7d0" providerId="AD" clId="Web-{F12EEC52-3A7B-F040-BB28-76F56E98C1CF}" dt="2024-09-15T21:04:01.617" v="2199" actId="20577"/>
          <ac:spMkLst>
            <pc:docMk/>
            <pc:sldMk cId="102162957" sldId="7179"/>
            <ac:spMk id="2" creationId="{F408F3F2-E617-BD82-F8C1-E577E06F66E3}"/>
          </ac:spMkLst>
        </pc:spChg>
        <pc:spChg chg="mod">
          <ac:chgData name="Ana Bagić" userId="S::ab51578@fer.hr::ed39d802-e95b-4021-8922-c087cd44f7d0" providerId="AD" clId="Web-{F12EEC52-3A7B-F040-BB28-76F56E98C1CF}" dt="2024-09-15T20:50:16.901" v="1932" actId="20577"/>
          <ac:spMkLst>
            <pc:docMk/>
            <pc:sldMk cId="102162957" sldId="7179"/>
            <ac:spMk id="3" creationId="{80C2D3B2-841F-9E46-1C2F-1F1DA82DAA26}"/>
          </ac:spMkLst>
        </pc:spChg>
      </pc:sldChg>
      <pc:sldChg chg="new del">
        <pc:chgData name="Ana Bagić" userId="S::ab51578@fer.hr::ed39d802-e95b-4021-8922-c087cd44f7d0" providerId="AD" clId="Web-{F12EEC52-3A7B-F040-BB28-76F56E98C1CF}" dt="2024-09-15T21:09:35.504" v="2304"/>
        <pc:sldMkLst>
          <pc:docMk/>
          <pc:sldMk cId="460610544" sldId="7180"/>
        </pc:sldMkLst>
      </pc:sldChg>
      <pc:sldChg chg="addSp modSp new">
        <pc:chgData name="Ana Bagić" userId="S::ab51578@fer.hr::ed39d802-e95b-4021-8922-c087cd44f7d0" providerId="AD" clId="Web-{F12EEC52-3A7B-F040-BB28-76F56E98C1CF}" dt="2024-09-15T22:54:31.597" v="3362" actId="14100"/>
        <pc:sldMkLst>
          <pc:docMk/>
          <pc:sldMk cId="2005483759" sldId="7180"/>
        </pc:sldMkLst>
        <pc:spChg chg="mod">
          <ac:chgData name="Ana Bagić" userId="S::ab51578@fer.hr::ed39d802-e95b-4021-8922-c087cd44f7d0" providerId="AD" clId="Web-{F12EEC52-3A7B-F040-BB28-76F56E98C1CF}" dt="2024-09-15T22:54:21.097" v="3360" actId="20577"/>
          <ac:spMkLst>
            <pc:docMk/>
            <pc:sldMk cId="2005483759" sldId="7180"/>
            <ac:spMk id="2" creationId="{B4D940EC-EC6D-4A63-8B33-7D4DC68E5816}"/>
          </ac:spMkLst>
        </pc:spChg>
        <pc:spChg chg="mod">
          <ac:chgData name="Ana Bagić" userId="S::ab51578@fer.hr::ed39d802-e95b-4021-8922-c087cd44f7d0" providerId="AD" clId="Web-{F12EEC52-3A7B-F040-BB28-76F56E98C1CF}" dt="2024-09-15T22:46:36.413" v="3314" actId="20577"/>
          <ac:spMkLst>
            <pc:docMk/>
            <pc:sldMk cId="2005483759" sldId="7180"/>
            <ac:spMk id="3" creationId="{C7A8A06F-373F-A399-A795-0E06E7384098}"/>
          </ac:spMkLst>
        </pc:spChg>
        <pc:picChg chg="add mod">
          <ac:chgData name="Ana Bagić" userId="S::ab51578@fer.hr::ed39d802-e95b-4021-8922-c087cd44f7d0" providerId="AD" clId="Web-{F12EEC52-3A7B-F040-BB28-76F56E98C1CF}" dt="2024-09-15T22:54:31.597" v="3362" actId="14100"/>
          <ac:picMkLst>
            <pc:docMk/>
            <pc:sldMk cId="2005483759" sldId="7180"/>
            <ac:picMk id="5" creationId="{E7D18D05-2F21-F5C6-147F-AD8375D7BFFC}"/>
          </ac:picMkLst>
        </pc:picChg>
        <pc:picChg chg="add mod">
          <ac:chgData name="Ana Bagić" userId="S::ab51578@fer.hr::ed39d802-e95b-4021-8922-c087cd44f7d0" providerId="AD" clId="Web-{F12EEC52-3A7B-F040-BB28-76F56E98C1CF}" dt="2024-09-15T22:54:28.675" v="3361" actId="1076"/>
          <ac:picMkLst>
            <pc:docMk/>
            <pc:sldMk cId="2005483759" sldId="7180"/>
            <ac:picMk id="6" creationId="{AE8E418B-4F08-5920-5BF7-98E347283F49}"/>
          </ac:picMkLst>
        </pc:picChg>
      </pc:sldChg>
    </pc:docChg>
  </pc:docChgLst>
  <pc:docChgLst>
    <pc:chgData name="Ana Bagić" userId="S::ab51578@fer.hr::ed39d802-e95b-4021-8922-c087cd44f7d0" providerId="AD" clId="Web-{7E4CB29E-07FE-E959-82E6-517CF5F0431F}"/>
    <pc:docChg chg="modSld">
      <pc:chgData name="Ana Bagić" userId="S::ab51578@fer.hr::ed39d802-e95b-4021-8922-c087cd44f7d0" providerId="AD" clId="Web-{7E4CB29E-07FE-E959-82E6-517CF5F0431F}" dt="2024-09-16T08:31:46.167" v="20" actId="20577"/>
      <pc:docMkLst>
        <pc:docMk/>
      </pc:docMkLst>
      <pc:sldChg chg="modNotes">
        <pc:chgData name="Ana Bagić" userId="S::ab51578@fer.hr::ed39d802-e95b-4021-8922-c087cd44f7d0" providerId="AD" clId="Web-{7E4CB29E-07FE-E959-82E6-517CF5F0431F}" dt="2024-09-16T07:41:16.611" v="2"/>
        <pc:sldMkLst>
          <pc:docMk/>
          <pc:sldMk cId="1886109429" sldId="7148"/>
        </pc:sldMkLst>
      </pc:sldChg>
      <pc:sldChg chg="modSp">
        <pc:chgData name="Ana Bagić" userId="S::ab51578@fer.hr::ed39d802-e95b-4021-8922-c087cd44f7d0" providerId="AD" clId="Web-{7E4CB29E-07FE-E959-82E6-517CF5F0431F}" dt="2024-09-16T07:51:50.718" v="8" actId="20577"/>
        <pc:sldMkLst>
          <pc:docMk/>
          <pc:sldMk cId="813233925" sldId="7149"/>
        </pc:sldMkLst>
        <pc:spChg chg="mod">
          <ac:chgData name="Ana Bagić" userId="S::ab51578@fer.hr::ed39d802-e95b-4021-8922-c087cd44f7d0" providerId="AD" clId="Web-{7E4CB29E-07FE-E959-82E6-517CF5F0431F}" dt="2024-09-16T07:51:50.718" v="8" actId="20577"/>
          <ac:spMkLst>
            <pc:docMk/>
            <pc:sldMk cId="813233925" sldId="7149"/>
            <ac:spMk id="2" creationId="{B0CB9E61-D3C1-4517-BD1D-5FF6940EFB3B}"/>
          </ac:spMkLst>
        </pc:spChg>
      </pc:sldChg>
      <pc:sldChg chg="modSp">
        <pc:chgData name="Ana Bagić" userId="S::ab51578@fer.hr::ed39d802-e95b-4021-8922-c087cd44f7d0" providerId="AD" clId="Web-{7E4CB29E-07FE-E959-82E6-517CF5F0431F}" dt="2024-09-16T08:31:46.167" v="20" actId="20577"/>
        <pc:sldMkLst>
          <pc:docMk/>
          <pc:sldMk cId="3151312127" sldId="7161"/>
        </pc:sldMkLst>
        <pc:spChg chg="mod">
          <ac:chgData name="Ana Bagić" userId="S::ab51578@fer.hr::ed39d802-e95b-4021-8922-c087cd44f7d0" providerId="AD" clId="Web-{7E4CB29E-07FE-E959-82E6-517CF5F0431F}" dt="2024-09-16T08:31:46.167" v="20" actId="20577"/>
          <ac:spMkLst>
            <pc:docMk/>
            <pc:sldMk cId="3151312127" sldId="7161"/>
            <ac:spMk id="2" creationId="{29C9CD75-11CB-4A2B-B793-1B804A6A841B}"/>
          </ac:spMkLst>
        </pc:spChg>
      </pc:sldChg>
    </pc:docChg>
  </pc:docChgLst>
  <pc:docChgLst>
    <pc:chgData name="Ana Bagić" userId="S::ab51578@fer.hr::ed39d802-e95b-4021-8922-c087cd44f7d0" providerId="AD" clId="Web-{309DA2EF-5380-15B6-B41A-2240A5FC9858}"/>
    <pc:docChg chg="addSld modSld">
      <pc:chgData name="Ana Bagić" userId="S::ab51578@fer.hr::ed39d802-e95b-4021-8922-c087cd44f7d0" providerId="AD" clId="Web-{309DA2EF-5380-15B6-B41A-2240A5FC9858}" dt="2024-09-15T13:28:48.846" v="78" actId="20577"/>
      <pc:docMkLst>
        <pc:docMk/>
      </pc:docMkLst>
      <pc:sldChg chg="modSp">
        <pc:chgData name="Ana Bagić" userId="S::ab51578@fer.hr::ed39d802-e95b-4021-8922-c087cd44f7d0" providerId="AD" clId="Web-{309DA2EF-5380-15B6-B41A-2240A5FC9858}" dt="2024-09-15T13:28:33.284" v="76" actId="20577"/>
        <pc:sldMkLst>
          <pc:docMk/>
          <pc:sldMk cId="2795249999" sldId="6289"/>
        </pc:sldMkLst>
        <pc:spChg chg="mod">
          <ac:chgData name="Ana Bagić" userId="S::ab51578@fer.hr::ed39d802-e95b-4021-8922-c087cd44f7d0" providerId="AD" clId="Web-{309DA2EF-5380-15B6-B41A-2240A5FC9858}" dt="2024-09-15T13:28:33.284" v="76" actId="20577"/>
          <ac:spMkLst>
            <pc:docMk/>
            <pc:sldMk cId="2795249999" sldId="6289"/>
            <ac:spMk id="2" creationId="{0731C7D2-3033-0A4A-9E7F-39B21A7D301A}"/>
          </ac:spMkLst>
        </pc:spChg>
        <pc:spChg chg="mod">
          <ac:chgData name="Ana Bagić" userId="S::ab51578@fer.hr::ed39d802-e95b-4021-8922-c087cd44f7d0" providerId="AD" clId="Web-{309DA2EF-5380-15B6-B41A-2240A5FC9858}" dt="2024-09-15T13:28:26.611" v="75" actId="20577"/>
          <ac:spMkLst>
            <pc:docMk/>
            <pc:sldMk cId="2795249999" sldId="6289"/>
            <ac:spMk id="3" creationId="{AB8CC362-CA30-B04C-B73D-93C630C6032B}"/>
          </ac:spMkLst>
        </pc:spChg>
        <pc:spChg chg="mod">
          <ac:chgData name="Ana Bagić" userId="S::ab51578@fer.hr::ed39d802-e95b-4021-8922-c087cd44f7d0" providerId="AD" clId="Web-{309DA2EF-5380-15B6-B41A-2240A5FC9858}" dt="2024-09-15T13:28:20.924" v="74" actId="20577"/>
          <ac:spMkLst>
            <pc:docMk/>
            <pc:sldMk cId="2795249999" sldId="6289"/>
            <ac:spMk id="4" creationId="{F60558F3-6C3C-4BBC-AA3F-80258E8F06D5}"/>
          </ac:spMkLst>
        </pc:spChg>
      </pc:sldChg>
      <pc:sldChg chg="addSp delSp modSp">
        <pc:chgData name="Ana Bagić" userId="S::ab51578@fer.hr::ed39d802-e95b-4021-8922-c087cd44f7d0" providerId="AD" clId="Web-{309DA2EF-5380-15B6-B41A-2240A5FC9858}" dt="2024-09-15T13:28:44.503" v="77" actId="20577"/>
        <pc:sldMkLst>
          <pc:docMk/>
          <pc:sldMk cId="1886109429" sldId="7148"/>
        </pc:sldMkLst>
        <pc:spChg chg="del mod">
          <ac:chgData name="Ana Bagić" userId="S::ab51578@fer.hr::ed39d802-e95b-4021-8922-c087cd44f7d0" providerId="AD" clId="Web-{309DA2EF-5380-15B6-B41A-2240A5FC9858}" dt="2024-09-15T13:19:36.375" v="29"/>
          <ac:spMkLst>
            <pc:docMk/>
            <pc:sldMk cId="1886109429" sldId="7148"/>
            <ac:spMk id="2" creationId="{E9C1E3AA-6C3B-415E-8BB3-F8F65CE70BD8}"/>
          </ac:spMkLst>
        </pc:spChg>
        <pc:spChg chg="mod">
          <ac:chgData name="Ana Bagić" userId="S::ab51578@fer.hr::ed39d802-e95b-4021-8922-c087cd44f7d0" providerId="AD" clId="Web-{309DA2EF-5380-15B6-B41A-2240A5FC9858}" dt="2024-09-15T13:28:44.503" v="77" actId="20577"/>
          <ac:spMkLst>
            <pc:docMk/>
            <pc:sldMk cId="1886109429" sldId="7148"/>
            <ac:spMk id="3" creationId="{E687CC10-C248-472D-9EBC-87F27299511B}"/>
          </ac:spMkLst>
        </pc:spChg>
        <pc:spChg chg="add del mod">
          <ac:chgData name="Ana Bagić" userId="S::ab51578@fer.hr::ed39d802-e95b-4021-8922-c087cd44f7d0" providerId="AD" clId="Web-{309DA2EF-5380-15B6-B41A-2240A5FC9858}" dt="2024-09-15T13:19:38.844" v="30"/>
          <ac:spMkLst>
            <pc:docMk/>
            <pc:sldMk cId="1886109429" sldId="7148"/>
            <ac:spMk id="7" creationId="{B5E316DB-2403-0031-1814-FFA5BEA9D4F6}"/>
          </ac:spMkLst>
        </pc:spChg>
        <pc:spChg chg="add mod">
          <ac:chgData name="Ana Bagić" userId="S::ab51578@fer.hr::ed39d802-e95b-4021-8922-c087cd44f7d0" providerId="AD" clId="Web-{309DA2EF-5380-15B6-B41A-2240A5FC9858}" dt="2024-09-15T13:22:51.291" v="42" actId="1076"/>
          <ac:spMkLst>
            <pc:docMk/>
            <pc:sldMk cId="1886109429" sldId="7148"/>
            <ac:spMk id="8" creationId="{93D255A8-5059-DF5D-3583-D65CB312970E}"/>
          </ac:spMkLst>
        </pc:spChg>
        <pc:picChg chg="mod">
          <ac:chgData name="Ana Bagić" userId="S::ab51578@fer.hr::ed39d802-e95b-4021-8922-c087cd44f7d0" providerId="AD" clId="Web-{309DA2EF-5380-15B6-B41A-2240A5FC9858}" dt="2024-09-15T13:20:01.907" v="32" actId="14100"/>
          <ac:picMkLst>
            <pc:docMk/>
            <pc:sldMk cId="1886109429" sldId="7148"/>
            <ac:picMk id="5" creationId="{0C1A6511-A17A-4DA8-8895-F1620B997DDF}"/>
          </ac:picMkLst>
        </pc:picChg>
        <pc:picChg chg="add mod modCrop">
          <ac:chgData name="Ana Bagić" userId="S::ab51578@fer.hr::ed39d802-e95b-4021-8922-c087cd44f7d0" providerId="AD" clId="Web-{309DA2EF-5380-15B6-B41A-2240A5FC9858}" dt="2024-09-15T13:22:42.025" v="41"/>
          <ac:picMkLst>
            <pc:docMk/>
            <pc:sldMk cId="1886109429" sldId="7148"/>
            <ac:picMk id="10" creationId="{129434CC-4D50-E30B-D264-3D29660242F3}"/>
          </ac:picMkLst>
        </pc:picChg>
      </pc:sldChg>
      <pc:sldChg chg="addSp delSp modSp new">
        <pc:chgData name="Ana Bagić" userId="S::ab51578@fer.hr::ed39d802-e95b-4021-8922-c087cd44f7d0" providerId="AD" clId="Web-{309DA2EF-5380-15B6-B41A-2240A5FC9858}" dt="2024-09-15T13:28:48.846" v="78" actId="20577"/>
        <pc:sldMkLst>
          <pc:docMk/>
          <pc:sldMk cId="266910238" sldId="7174"/>
        </pc:sldMkLst>
        <pc:spChg chg="mod">
          <ac:chgData name="Ana Bagić" userId="S::ab51578@fer.hr::ed39d802-e95b-4021-8922-c087cd44f7d0" providerId="AD" clId="Web-{309DA2EF-5380-15B6-B41A-2240A5FC9858}" dt="2024-09-15T13:28:48.846" v="78" actId="20577"/>
          <ac:spMkLst>
            <pc:docMk/>
            <pc:sldMk cId="266910238" sldId="7174"/>
            <ac:spMk id="2" creationId="{3BA881AF-3A3F-27A0-DB52-716560C4D34C}"/>
          </ac:spMkLst>
        </pc:spChg>
        <pc:spChg chg="add del mod">
          <ac:chgData name="Ana Bagić" userId="S::ab51578@fer.hr::ed39d802-e95b-4021-8922-c087cd44f7d0" providerId="AD" clId="Web-{309DA2EF-5380-15B6-B41A-2240A5FC9858}" dt="2024-09-15T13:26:50.672" v="58"/>
          <ac:spMkLst>
            <pc:docMk/>
            <pc:sldMk cId="266910238" sldId="7174"/>
            <ac:spMk id="4" creationId="{548E5D92-6D1C-7F85-A897-B58F8AE82485}"/>
          </ac:spMkLst>
        </pc:spChg>
        <pc:spChg chg="add mod">
          <ac:chgData name="Ana Bagić" userId="S::ab51578@fer.hr::ed39d802-e95b-4021-8922-c087cd44f7d0" providerId="AD" clId="Web-{309DA2EF-5380-15B6-B41A-2240A5FC9858}" dt="2024-09-15T13:27:52.283" v="73" actId="20577"/>
          <ac:spMkLst>
            <pc:docMk/>
            <pc:sldMk cId="266910238" sldId="7174"/>
            <ac:spMk id="5" creationId="{3B04E2F4-D673-EC17-ECEC-B2AB6E4C642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FD482-B69E-4DD5-B941-11BCE126FA1D}" type="datetimeFigureOut">
              <a:rPr lang="hr-HR" smtClean="0"/>
              <a:t>16.9.2024.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03FDB-A49B-43CE-9AFA-BC3A4EE4CC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67345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A56C0-2A61-4948-B38C-965D33F4E329}" type="datetimeFigureOut">
              <a:rPr lang="hr-HR" smtClean="0"/>
              <a:t>16.9.2024.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0032A-A6F4-4220-9ADA-2AE7933DC1F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3054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Mentor - </a:t>
            </a:r>
            <a:r>
              <a:rPr lang="en-US" dirty="0" err="1">
                <a:ea typeface="Calibri"/>
                <a:cs typeface="Calibri"/>
              </a:rPr>
              <a:t>prodložio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ideju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Aplikacije</a:t>
            </a:r>
            <a:r>
              <a:rPr lang="en-US" dirty="0">
                <a:ea typeface="Calibri"/>
                <a:cs typeface="Calibri"/>
              </a:rPr>
              <a:t> -&gt; PDF</a:t>
            </a:r>
          </a:p>
          <a:p>
            <a:r>
              <a:rPr lang="en-US" dirty="0" err="1">
                <a:ea typeface="Calibri"/>
                <a:cs typeface="Calibri"/>
              </a:rPr>
              <a:t>Početnik</a:t>
            </a:r>
            <a:r>
              <a:rPr lang="en-US" dirty="0">
                <a:ea typeface="Calibri"/>
                <a:cs typeface="Calibri"/>
              </a:rPr>
              <a:t>? -&gt; ne </a:t>
            </a:r>
            <a:r>
              <a:rPr lang="en-US" dirty="0" err="1">
                <a:ea typeface="Calibri"/>
                <a:cs typeface="Calibri"/>
              </a:rPr>
              <a:t>zna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čitati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notni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zapis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Interaktivniji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načini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vježbanja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13031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Synthesia</a:t>
            </a:r>
            <a:r>
              <a:rPr lang="en-US">
                <a:ea typeface="Calibri"/>
                <a:cs typeface="Calibri"/>
              </a:rPr>
              <a:t> – </a:t>
            </a:r>
            <a:r>
              <a:rPr lang="en-US" err="1">
                <a:ea typeface="Calibri"/>
                <a:cs typeface="Calibri"/>
              </a:rPr>
              <a:t>samo</a:t>
            </a:r>
            <a:r>
              <a:rPr lang="en-US">
                <a:ea typeface="Calibri"/>
                <a:cs typeface="Calibri"/>
              </a:rPr>
              <a:t> MIDI, </a:t>
            </a:r>
            <a:r>
              <a:rPr lang="en-US" err="1">
                <a:ea typeface="Calibri"/>
                <a:cs typeface="Calibri"/>
              </a:rPr>
              <a:t>nema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notni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zapis</a:t>
            </a:r>
          </a:p>
          <a:p>
            <a:r>
              <a:rPr lang="en-US">
                <a:ea typeface="Calibri"/>
                <a:cs typeface="Calibri"/>
              </a:rPr>
              <a:t>Simply Piano – </a:t>
            </a:r>
            <a:r>
              <a:rPr lang="en-US" err="1">
                <a:ea typeface="Calibri"/>
                <a:cs typeface="Calibri"/>
              </a:rPr>
              <a:t>samo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mobilna</a:t>
            </a:r>
            <a:endParaRPr lang="en-US">
              <a:ea typeface="Calibri"/>
              <a:cs typeface="Calibri"/>
            </a:endParaRPr>
          </a:p>
          <a:p>
            <a:r>
              <a:rPr lang="en-US" err="1">
                <a:ea typeface="Calibri"/>
                <a:cs typeface="Calibri"/>
              </a:rPr>
              <a:t>Flowkey</a:t>
            </a:r>
            <a:r>
              <a:rPr lang="en-US">
                <a:ea typeface="Calibri"/>
                <a:cs typeface="Calibri"/>
              </a:rPr>
              <a:t> – ne </a:t>
            </a:r>
            <a:r>
              <a:rPr lang="en-US" err="1">
                <a:ea typeface="Calibri"/>
                <a:cs typeface="Calibri"/>
              </a:rPr>
              <a:t>podržava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musicxml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90823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Java 21</a:t>
            </a:r>
          </a:p>
          <a:p>
            <a:r>
              <a:rPr lang="en-US">
                <a:ea typeface="Calibri"/>
                <a:cs typeface="Calibri"/>
              </a:rPr>
              <a:t>Maven – </a:t>
            </a:r>
            <a:r>
              <a:rPr lang="en-US" err="1">
                <a:ea typeface="Calibri"/>
                <a:cs typeface="Calibri"/>
              </a:rPr>
              <a:t>upravljanje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projektom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JavaFX – </a:t>
            </a:r>
            <a:r>
              <a:rPr lang="en-US" err="1">
                <a:ea typeface="Calibri"/>
                <a:cs typeface="Calibri"/>
              </a:rPr>
              <a:t>izgradnja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korisničkog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sučelja</a:t>
            </a:r>
            <a:r>
              <a:rPr lang="en-US">
                <a:ea typeface="Calibri"/>
                <a:cs typeface="Calibri"/>
              </a:rPr>
              <a:t>, bez </a:t>
            </a:r>
            <a:r>
              <a:rPr lang="en-US" err="1">
                <a:ea typeface="Calibri"/>
                <a:cs typeface="Calibri"/>
              </a:rPr>
              <a:t>korištenja</a:t>
            </a:r>
            <a:r>
              <a:rPr lang="en-US">
                <a:ea typeface="Calibri"/>
                <a:cs typeface="Calibri"/>
              </a:rPr>
              <a:t> FXML </a:t>
            </a:r>
            <a:r>
              <a:rPr lang="en-US" err="1">
                <a:ea typeface="Calibri"/>
                <a:cs typeface="Calibri"/>
              </a:rPr>
              <a:t>datoteka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i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SceneBuildera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nego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direktno</a:t>
            </a:r>
            <a:r>
              <a:rPr lang="en-US">
                <a:ea typeface="Calibri"/>
                <a:cs typeface="Calibri"/>
              </a:rPr>
              <a:t> u </a:t>
            </a:r>
            <a:r>
              <a:rPr lang="en-US" err="1">
                <a:ea typeface="Calibri"/>
                <a:cs typeface="Calibri"/>
              </a:rPr>
              <a:t>kodu</a:t>
            </a:r>
            <a:endParaRPr lang="en-US">
              <a:ea typeface="Calibri"/>
              <a:cs typeface="Calibri"/>
            </a:endParaRPr>
          </a:p>
          <a:p>
            <a:r>
              <a:rPr lang="en-US" err="1">
                <a:ea typeface="Calibri"/>
                <a:cs typeface="Calibri"/>
              </a:rPr>
              <a:t>MusicXML</a:t>
            </a:r>
            <a:r>
              <a:rPr lang="en-US">
                <a:ea typeface="Calibri"/>
                <a:cs typeface="Calibri"/>
              </a:rPr>
              <a:t> – format </a:t>
            </a:r>
            <a:r>
              <a:rPr lang="en-US" err="1">
                <a:ea typeface="Calibri"/>
                <a:cs typeface="Calibri"/>
              </a:rPr>
              <a:t>ulazne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datoteke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MIDI – </a:t>
            </a:r>
            <a:r>
              <a:rPr lang="en-US" err="1">
                <a:ea typeface="Calibri"/>
                <a:cs typeface="Calibri"/>
              </a:rPr>
              <a:t>protokol</a:t>
            </a:r>
            <a:r>
              <a:rPr lang="en-US">
                <a:ea typeface="Calibri"/>
                <a:cs typeface="Calibri"/>
              </a:rPr>
              <a:t> za </a:t>
            </a:r>
            <a:r>
              <a:rPr lang="en-US" err="1">
                <a:ea typeface="Calibri"/>
                <a:cs typeface="Calibri"/>
              </a:rPr>
              <a:t>komunikaciju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električnih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glazbenih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instrumenata</a:t>
            </a:r>
            <a:r>
              <a:rPr lang="en-US">
                <a:ea typeface="Calibri"/>
                <a:cs typeface="Calibri"/>
              </a:rPr>
              <a:t> I </a:t>
            </a:r>
            <a:r>
              <a:rPr lang="en-US" err="1">
                <a:ea typeface="Calibri"/>
                <a:cs typeface="Calibri"/>
              </a:rPr>
              <a:t>računala</a:t>
            </a:r>
            <a:endParaRPr lang="en-US">
              <a:ea typeface="Calibri"/>
              <a:cs typeface="Calibri"/>
            </a:endParaRPr>
          </a:p>
          <a:p>
            <a:r>
              <a:rPr lang="en-US" err="1">
                <a:ea typeface="Calibri"/>
                <a:cs typeface="Calibri"/>
              </a:rPr>
              <a:t>SMuFL</a:t>
            </a:r>
            <a:r>
              <a:rPr lang="en-US">
                <a:ea typeface="Calibri"/>
                <a:cs typeface="Calibri"/>
              </a:rPr>
              <a:t> – </a:t>
            </a:r>
            <a:r>
              <a:rPr lang="en-US" err="1">
                <a:ea typeface="Calibri"/>
                <a:cs typeface="Calibri"/>
              </a:rPr>
              <a:t>specifikacija</a:t>
            </a:r>
            <a:r>
              <a:rPr lang="en-US">
                <a:ea typeface="Calibri"/>
                <a:cs typeface="Calibri"/>
              </a:rPr>
              <a:t> za </a:t>
            </a:r>
            <a:r>
              <a:rPr lang="en-US" err="1">
                <a:ea typeface="Calibri"/>
                <a:cs typeface="Calibri"/>
              </a:rPr>
              <a:t>fontove</a:t>
            </a:r>
            <a:r>
              <a:rPr lang="en-US">
                <a:ea typeface="Calibri"/>
                <a:cs typeface="Calibri"/>
              </a:rPr>
              <a:t> za </a:t>
            </a:r>
            <a:r>
              <a:rPr lang="en-US" err="1">
                <a:ea typeface="Calibri"/>
                <a:cs typeface="Calibri"/>
              </a:rPr>
              <a:t>glazbene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simbole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30541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Format </a:t>
            </a:r>
            <a:r>
              <a:rPr lang="en-US" dirty="0" err="1">
                <a:ea typeface="Calibri"/>
                <a:cs typeface="Calibri"/>
              </a:rPr>
              <a:t>datoteke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temeljen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XMLu</a:t>
            </a:r>
            <a:r>
              <a:rPr lang="en-US" dirty="0">
                <a:ea typeface="Calibri"/>
                <a:cs typeface="Calibri"/>
              </a:rPr>
              <a:t> za </a:t>
            </a:r>
            <a:r>
              <a:rPr lang="en-US" dirty="0" err="1">
                <a:ea typeface="Calibri"/>
                <a:cs typeface="Calibri"/>
              </a:rPr>
              <a:t>reprezentaciju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notnog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zapisa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U </a:t>
            </a:r>
            <a:r>
              <a:rPr lang="en-US" dirty="0" err="1">
                <a:ea typeface="Calibri"/>
                <a:cs typeface="Calibri"/>
              </a:rPr>
              <a:t>aplikacijama</a:t>
            </a:r>
          </a:p>
          <a:p>
            <a:r>
              <a:rPr lang="en-US" err="1">
                <a:ea typeface="Calibri"/>
                <a:cs typeface="Calibri"/>
              </a:rPr>
              <a:t>Struktura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slična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ostalim</a:t>
            </a:r>
            <a:r>
              <a:rPr lang="en-US" dirty="0">
                <a:ea typeface="Calibri"/>
                <a:cs typeface="Calibri"/>
              </a:rPr>
              <a:t> XML</a:t>
            </a:r>
          </a:p>
          <a:p>
            <a:r>
              <a:rPr lang="en-US" err="1">
                <a:ea typeface="Calibri"/>
                <a:cs typeface="Calibri"/>
              </a:rPr>
              <a:t>Izbacila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metainformacije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ProxyMusic</a:t>
            </a:r>
            <a:r>
              <a:rPr lang="en-US" dirty="0">
                <a:ea typeface="Calibri"/>
                <a:cs typeface="Calibri"/>
              </a:rPr>
              <a:t> – </a:t>
            </a:r>
            <a:r>
              <a:rPr lang="en-US" dirty="0" err="1">
                <a:ea typeface="Calibri"/>
                <a:cs typeface="Calibri"/>
              </a:rPr>
              <a:t>deserijalizacija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serijalizacija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uređivanje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nikakve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naprednije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mogućnosti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obrade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glazbe</a:t>
            </a:r>
            <a:r>
              <a:rPr lang="en-US" dirty="0">
                <a:ea typeface="Calibri"/>
                <a:cs typeface="Calibri"/>
              </a:rPr>
              <a:t>, Maven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3076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Standardiziranost</a:t>
            </a:r>
            <a:r>
              <a:rPr lang="en-US" dirty="0">
                <a:ea typeface="Calibri"/>
                <a:cs typeface="Calibri"/>
              </a:rPr>
              <a:t> -&gt; </a:t>
            </a:r>
            <a:r>
              <a:rPr lang="en-US" dirty="0" err="1">
                <a:ea typeface="Calibri"/>
                <a:cs typeface="Calibri"/>
              </a:rPr>
              <a:t>Kompatibilnost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među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različitim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uređajima</a:t>
            </a:r>
            <a:r>
              <a:rPr lang="en-US" dirty="0">
                <a:ea typeface="Calibri"/>
                <a:cs typeface="Calibri"/>
              </a:rPr>
              <a:t> I </a:t>
            </a:r>
            <a:r>
              <a:rPr lang="en-US" dirty="0" err="1">
                <a:ea typeface="Calibri"/>
                <a:cs typeface="Calibri"/>
              </a:rPr>
              <a:t>aplikacijama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MIDI OUT -&gt; MIDI IN I </a:t>
            </a:r>
            <a:r>
              <a:rPr lang="en-US" dirty="0" err="1">
                <a:ea typeface="Calibri"/>
                <a:cs typeface="Calibri"/>
              </a:rPr>
              <a:t>obrnuto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8041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Unutar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privatnog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područja</a:t>
            </a:r>
            <a:r>
              <a:rPr lang="en-US" dirty="0">
                <a:ea typeface="Calibri"/>
                <a:cs typeface="Calibri"/>
              </a:rPr>
              <a:t> - </a:t>
            </a:r>
            <a:r>
              <a:rPr lang="en-US" err="1">
                <a:ea typeface="Calibri"/>
                <a:cs typeface="Calibri"/>
              </a:rPr>
              <a:t>područje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rezervirano</a:t>
            </a:r>
            <a:r>
              <a:rPr lang="en-US" dirty="0">
                <a:ea typeface="Calibri"/>
                <a:cs typeface="Calibri"/>
              </a:rPr>
              <a:t> za </a:t>
            </a:r>
            <a:r>
              <a:rPr lang="en-US" err="1">
                <a:ea typeface="Calibri"/>
                <a:cs typeface="Calibri"/>
              </a:rPr>
              <a:t>prilagođene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znakove</a:t>
            </a:r>
            <a:r>
              <a:rPr lang="en-US" dirty="0">
                <a:ea typeface="Calibri"/>
                <a:cs typeface="Calibri"/>
              </a:rPr>
              <a:t> koji </a:t>
            </a:r>
            <a:r>
              <a:rPr lang="en-US" err="1">
                <a:ea typeface="Calibri"/>
                <a:cs typeface="Calibri"/>
              </a:rPr>
              <a:t>nisu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obuhvaćeni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standardnim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rasponom</a:t>
            </a:r>
            <a:endParaRPr lang="en-US">
              <a:ea typeface="Calibri"/>
              <a:cs typeface="Calibri"/>
            </a:endParaRPr>
          </a:p>
          <a:p>
            <a:r>
              <a:rPr lang="en-US" err="1">
                <a:ea typeface="Calibri"/>
                <a:cs typeface="Calibri"/>
              </a:rPr>
              <a:t>Primjenjuje</a:t>
            </a:r>
            <a:r>
              <a:rPr lang="en-US" dirty="0">
                <a:ea typeface="Calibri"/>
                <a:cs typeface="Calibri"/>
              </a:rPr>
              <a:t> se u </a:t>
            </a:r>
            <a:r>
              <a:rPr lang="en-US" err="1">
                <a:ea typeface="Calibri"/>
                <a:cs typeface="Calibri"/>
              </a:rPr>
              <a:t>mnogim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modernim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notacijskim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aplikacijama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Notno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crtovlje</a:t>
            </a:r>
            <a:r>
              <a:rPr lang="en-US" dirty="0">
                <a:ea typeface="Calibri"/>
                <a:cs typeface="Calibri"/>
              </a:rPr>
              <a:t> za </a:t>
            </a:r>
            <a:r>
              <a:rPr lang="en-US" dirty="0" err="1">
                <a:ea typeface="Calibri"/>
                <a:cs typeface="Calibri"/>
              </a:rPr>
              <a:t>jasniji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prikaz</a:t>
            </a:r>
          </a:p>
          <a:p>
            <a:r>
              <a:rPr lang="en-US" dirty="0" err="1">
                <a:ea typeface="Calibri"/>
                <a:cs typeface="Calibri"/>
              </a:rPr>
              <a:t>Vertikalno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centriranje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36666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Model – </a:t>
            </a:r>
            <a:r>
              <a:rPr lang="en-US" err="1">
                <a:ea typeface="Calibri"/>
                <a:cs typeface="Calibri"/>
              </a:rPr>
              <a:t>upravlja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podatcima</a:t>
            </a:r>
            <a:endParaRPr lang="en-US" dirty="0" err="1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View – </a:t>
            </a:r>
            <a:r>
              <a:rPr lang="en-US" dirty="0" err="1">
                <a:ea typeface="Calibri"/>
                <a:cs typeface="Calibri"/>
              </a:rPr>
              <a:t>prikazuje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podatke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korisniku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Controller – </a:t>
            </a:r>
            <a:r>
              <a:rPr lang="en-US" dirty="0" err="1">
                <a:ea typeface="Calibri"/>
                <a:cs typeface="Calibri"/>
              </a:rPr>
              <a:t>posrednik</a:t>
            </a:r>
            <a:r>
              <a:rPr lang="en-US" dirty="0">
                <a:ea typeface="Calibri"/>
                <a:cs typeface="Calibri"/>
              </a:rPr>
              <a:t>, definira </a:t>
            </a:r>
            <a:r>
              <a:rPr lang="en-US" dirty="0" err="1">
                <a:ea typeface="Calibri"/>
                <a:cs typeface="Calibri"/>
              </a:rPr>
              <a:t>logiku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omogućuje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interakciju</a:t>
            </a:r>
            <a:r>
              <a:rPr lang="en-US" dirty="0">
                <a:ea typeface="Calibri"/>
                <a:cs typeface="Calibri"/>
              </a:rPr>
              <a:t> s </a:t>
            </a:r>
            <a:r>
              <a:rPr lang="en-US" dirty="0" err="1">
                <a:ea typeface="Calibri"/>
                <a:cs typeface="Calibri"/>
              </a:rPr>
              <a:t>korisnikom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85545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&lt;part-list&gt; </a:t>
            </a:r>
            <a:r>
              <a:rPr lang="en-US" dirty="0" err="1">
                <a:ea typeface="Calibri"/>
                <a:cs typeface="Calibri"/>
              </a:rPr>
              <a:t>popis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svih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dijelova</a:t>
            </a:r>
            <a:r>
              <a:rPr lang="en-US" dirty="0">
                <a:ea typeface="Calibri"/>
                <a:cs typeface="Calibri"/>
              </a:rPr>
              <a:t> – </a:t>
            </a:r>
            <a:r>
              <a:rPr lang="en-US" dirty="0" err="1">
                <a:ea typeface="Calibri"/>
                <a:cs typeface="Calibri"/>
              </a:rPr>
              <a:t>jedan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klavir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ime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sadrži</a:t>
            </a:r>
            <a:r>
              <a:rPr lang="en-US" dirty="0">
                <a:ea typeface="Calibri"/>
                <a:cs typeface="Calibri"/>
              </a:rPr>
              <a:t> "Piano"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85505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Iako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prvotna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ideja</a:t>
            </a:r>
            <a:r>
              <a:rPr lang="en-US" dirty="0">
                <a:ea typeface="Calibri"/>
                <a:cs typeface="Calibri"/>
              </a:rPr>
              <a:t> - </a:t>
            </a:r>
            <a:r>
              <a:rPr lang="en-US" dirty="0" err="1">
                <a:ea typeface="Calibri"/>
                <a:cs typeface="Calibri"/>
              </a:rPr>
              <a:t>učitavanje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datoteke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Idealno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bilo</a:t>
            </a:r>
            <a:r>
              <a:rPr lang="en-US" dirty="0">
                <a:ea typeface="Calibri"/>
                <a:cs typeface="Calibri"/>
              </a:rPr>
              <a:t> bi </a:t>
            </a:r>
            <a:r>
              <a:rPr lang="en-US" dirty="0" err="1">
                <a:ea typeface="Calibri"/>
                <a:cs typeface="Calibri"/>
              </a:rPr>
              <a:t>puno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više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pjesama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Dokaz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koncepta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testiranje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funkcionalnosti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Klik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fotografiju</a:t>
            </a:r>
            <a:r>
              <a:rPr lang="en-US" dirty="0">
                <a:ea typeface="Calibri"/>
                <a:cs typeface="Calibri"/>
              </a:rPr>
              <a:t> – </a:t>
            </a:r>
            <a:r>
              <a:rPr lang="en-US" dirty="0" err="1">
                <a:ea typeface="Calibri"/>
                <a:cs typeface="Calibri"/>
              </a:rPr>
              <a:t>deserijalizacija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nisu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potrebne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dodatne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provjere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12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68241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Prethodni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uređaji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aplikacijski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ili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virtualni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83148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Prijenosnik</a:t>
            </a:r>
            <a:r>
              <a:rPr lang="en-US" dirty="0">
                <a:ea typeface="Calibri"/>
                <a:cs typeface="Calibri"/>
              </a:rPr>
              <a:t> I </a:t>
            </a:r>
            <a:r>
              <a:rPr lang="en-US" dirty="0" err="1">
                <a:ea typeface="Calibri"/>
                <a:cs typeface="Calibri"/>
              </a:rPr>
              <a:t>prijemnik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14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84949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Primanje</a:t>
            </a:r>
            <a:r>
              <a:rPr lang="en-US" dirty="0">
                <a:ea typeface="Calibri"/>
                <a:cs typeface="Calibri"/>
              </a:rPr>
              <a:t> I </a:t>
            </a:r>
            <a:r>
              <a:rPr lang="en-US" dirty="0" err="1">
                <a:ea typeface="Calibri"/>
                <a:cs typeface="Calibri"/>
              </a:rPr>
              <a:t>obrada</a:t>
            </a:r>
            <a:r>
              <a:rPr lang="en-US" dirty="0">
                <a:ea typeface="Calibri"/>
                <a:cs typeface="Calibri"/>
              </a:rPr>
              <a:t> midi </a:t>
            </a:r>
            <a:r>
              <a:rPr lang="en-US" dirty="0" err="1">
                <a:ea typeface="Calibri"/>
                <a:cs typeface="Calibri"/>
              </a:rPr>
              <a:t>poruka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specifično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onih</a:t>
            </a:r>
            <a:r>
              <a:rPr lang="en-US" dirty="0">
                <a:ea typeface="Calibri"/>
                <a:cs typeface="Calibri"/>
              </a:rPr>
              <a:t> za </a:t>
            </a:r>
            <a:r>
              <a:rPr lang="en-US" dirty="0" err="1">
                <a:ea typeface="Calibri"/>
                <a:cs typeface="Calibri"/>
              </a:rPr>
              <a:t>pritisak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tipki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klavira</a:t>
            </a:r>
          </a:p>
          <a:p>
            <a:r>
              <a:rPr lang="en-US" dirty="0">
                <a:ea typeface="Calibri"/>
                <a:cs typeface="Calibri"/>
              </a:rPr>
              <a:t>Puno </a:t>
            </a:r>
            <a:r>
              <a:rPr lang="en-US" err="1">
                <a:ea typeface="Calibri"/>
                <a:cs typeface="Calibri"/>
              </a:rPr>
              <a:t>različitih</a:t>
            </a:r>
            <a:r>
              <a:rPr lang="en-US" dirty="0">
                <a:ea typeface="Calibri"/>
                <a:cs typeface="Calibri"/>
              </a:rPr>
              <a:t> midi </a:t>
            </a:r>
            <a:r>
              <a:rPr lang="en-US" err="1">
                <a:ea typeface="Calibri"/>
                <a:cs typeface="Calibri"/>
              </a:rPr>
              <a:t>poruka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Status byte – tip </a:t>
            </a:r>
            <a:r>
              <a:rPr lang="en-US" err="1">
                <a:ea typeface="Calibri"/>
                <a:cs typeface="Calibri"/>
              </a:rPr>
              <a:t>poruke</a:t>
            </a:r>
            <a:r>
              <a:rPr lang="en-US" dirty="0">
                <a:ea typeface="Calibri"/>
                <a:cs typeface="Calibri"/>
              </a:rPr>
              <a:t> I midi </a:t>
            </a:r>
            <a:r>
              <a:rPr lang="en-US" err="1">
                <a:ea typeface="Calibri"/>
                <a:cs typeface="Calibri"/>
              </a:rPr>
              <a:t>kanal</a:t>
            </a:r>
            <a:endParaRPr lang="en-US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Vrijednost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tipke</a:t>
            </a:r>
            <a:r>
              <a:rPr lang="en-US" dirty="0">
                <a:ea typeface="Calibri"/>
                <a:cs typeface="Calibri"/>
              </a:rPr>
              <a:t> I </a:t>
            </a:r>
            <a:r>
              <a:rPr lang="en-US" dirty="0" err="1">
                <a:ea typeface="Calibri"/>
                <a:cs typeface="Calibri"/>
              </a:rPr>
              <a:t>brzina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pritiska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ekvivalentno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glasnoći</a:t>
            </a:r>
          </a:p>
          <a:p>
            <a:r>
              <a:rPr lang="en-US" dirty="0" err="1">
                <a:ea typeface="Calibri"/>
                <a:cs typeface="Calibri"/>
              </a:rPr>
              <a:t>Klavijature</a:t>
            </a:r>
            <a:r>
              <a:rPr lang="en-US" dirty="0">
                <a:ea typeface="Calibri"/>
                <a:cs typeface="Calibri"/>
              </a:rPr>
              <a:t> 21 – 108, C4 60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15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431859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Tri </a:t>
            </a:r>
            <a:r>
              <a:rPr lang="en-US" dirty="0" err="1">
                <a:ea typeface="Calibri"/>
                <a:cs typeface="Calibri"/>
              </a:rPr>
              <a:t>glavna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dijela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16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47656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Naziv</a:t>
            </a:r>
            <a:r>
              <a:rPr lang="en-US" dirty="0">
                <a:ea typeface="Calibri"/>
                <a:cs typeface="Calibri"/>
              </a:rPr>
              <a:t> I </a:t>
            </a:r>
            <a:r>
              <a:rPr lang="en-US" dirty="0" err="1">
                <a:ea typeface="Calibri"/>
                <a:cs typeface="Calibri"/>
              </a:rPr>
              <a:t>autor</a:t>
            </a:r>
            <a:r>
              <a:rPr lang="en-US" dirty="0">
                <a:ea typeface="Calibri"/>
                <a:cs typeface="Calibri"/>
              </a:rPr>
              <a:t> – </a:t>
            </a:r>
            <a:r>
              <a:rPr lang="en-US" dirty="0" err="1">
                <a:ea typeface="Calibri"/>
                <a:cs typeface="Calibri"/>
              </a:rPr>
              <a:t>zaglavlje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gdje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metapodatci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18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143482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Vizualno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brži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prijelaz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između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zadnje</a:t>
            </a:r>
            <a:r>
              <a:rPr lang="en-US" dirty="0">
                <a:ea typeface="Calibri"/>
                <a:cs typeface="Calibri"/>
              </a:rPr>
              <a:t> note </a:t>
            </a:r>
            <a:r>
              <a:rPr lang="en-US" dirty="0" err="1">
                <a:ea typeface="Calibri"/>
                <a:cs typeface="Calibri"/>
              </a:rPr>
              <a:t>prošlog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takta</a:t>
            </a:r>
            <a:r>
              <a:rPr lang="en-US" dirty="0">
                <a:ea typeface="Calibri"/>
                <a:cs typeface="Calibri"/>
              </a:rPr>
              <a:t> I </a:t>
            </a:r>
            <a:r>
              <a:rPr lang="en-US" dirty="0" err="1">
                <a:ea typeface="Calibri"/>
                <a:cs typeface="Calibri"/>
              </a:rPr>
              <a:t>prve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idućeg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20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161768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Orijentir</a:t>
            </a:r>
            <a:r>
              <a:rPr lang="en-US" dirty="0">
                <a:ea typeface="Calibri"/>
                <a:cs typeface="Calibri"/>
              </a:rPr>
              <a:t> za </a:t>
            </a:r>
            <a:r>
              <a:rPr lang="en-US" dirty="0" err="1">
                <a:ea typeface="Calibri"/>
                <a:cs typeface="Calibri"/>
              </a:rPr>
              <a:t>sviranje</a:t>
            </a:r>
            <a:r>
              <a:rPr lang="en-US" dirty="0">
                <a:ea typeface="Calibri"/>
                <a:cs typeface="Calibri"/>
              </a:rPr>
              <a:t> nota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22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717867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Obuhvaća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cijeli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raspon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koncertnog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klavira</a:t>
            </a:r>
            <a:r>
              <a:rPr lang="en-US" dirty="0">
                <a:ea typeface="Calibri"/>
                <a:cs typeface="Calibri"/>
              </a:rPr>
              <a:t> (A0 - C8) - </a:t>
            </a:r>
            <a:r>
              <a:rPr lang="en-US" dirty="0" err="1">
                <a:ea typeface="Calibri"/>
                <a:cs typeface="Calibri"/>
              </a:rPr>
              <a:t>dinamički</a:t>
            </a:r>
            <a:r>
              <a:rPr lang="en-US" dirty="0">
                <a:ea typeface="Calibri"/>
                <a:cs typeface="Calibri"/>
              </a:rPr>
              <a:t> se </a:t>
            </a:r>
            <a:r>
              <a:rPr lang="en-US" dirty="0" err="1">
                <a:ea typeface="Calibri"/>
                <a:cs typeface="Calibri"/>
              </a:rPr>
              <a:t>mijenja</a:t>
            </a:r>
          </a:p>
          <a:p>
            <a:r>
              <a:rPr lang="en-US" dirty="0" err="1">
                <a:ea typeface="Calibri"/>
                <a:cs typeface="Calibri"/>
              </a:rPr>
              <a:t>Tipke</a:t>
            </a:r>
            <a:r>
              <a:rPr lang="en-US" dirty="0">
                <a:ea typeface="Calibri"/>
                <a:cs typeface="Calibri"/>
              </a:rPr>
              <a:t> C </a:t>
            </a:r>
            <a:r>
              <a:rPr lang="en-US" dirty="0" err="1">
                <a:ea typeface="Calibri"/>
                <a:cs typeface="Calibri"/>
              </a:rPr>
              <a:t>sadrže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oznaku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Boje </a:t>
            </a:r>
            <a:r>
              <a:rPr lang="en-US" dirty="0" err="1">
                <a:ea typeface="Calibri"/>
                <a:cs typeface="Calibri"/>
              </a:rPr>
              <a:t>su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dosljedno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korištene</a:t>
            </a:r>
            <a:r>
              <a:rPr lang="en-US" dirty="0">
                <a:ea typeface="Calibri"/>
                <a:cs typeface="Calibri"/>
              </a:rPr>
              <a:t> u </a:t>
            </a:r>
            <a:r>
              <a:rPr lang="en-US" dirty="0" err="1">
                <a:ea typeface="Calibri"/>
                <a:cs typeface="Calibri"/>
              </a:rPr>
              <a:t>cijeloj</a:t>
            </a:r>
            <a:r>
              <a:rPr lang="en-US" dirty="0">
                <a:ea typeface="Calibri"/>
                <a:cs typeface="Calibri"/>
              </a:rPr>
              <a:t> app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23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588260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Note </a:t>
            </a:r>
            <a:r>
              <a:rPr lang="en-US" err="1">
                <a:ea typeface="Calibri"/>
                <a:cs typeface="Calibri"/>
              </a:rPr>
              <a:t>ispravno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pozicionirane</a:t>
            </a:r>
            <a:r>
              <a:rPr lang="en-US" dirty="0">
                <a:ea typeface="Calibri"/>
                <a:cs typeface="Calibri"/>
              </a:rPr>
              <a:t> I </a:t>
            </a:r>
            <a:r>
              <a:rPr lang="en-US" err="1">
                <a:ea typeface="Calibri"/>
                <a:cs typeface="Calibri"/>
              </a:rPr>
              <a:t>odgovarajućeg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trajanja</a:t>
            </a:r>
            <a:endParaRPr lang="en-US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Pomoćne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crte</a:t>
            </a:r>
            <a:r>
              <a:rPr lang="en-US" dirty="0">
                <a:ea typeface="Calibri"/>
                <a:cs typeface="Calibri"/>
              </a:rPr>
              <a:t> se </a:t>
            </a:r>
            <a:r>
              <a:rPr lang="en-US" dirty="0" err="1">
                <a:ea typeface="Calibri"/>
                <a:cs typeface="Calibri"/>
              </a:rPr>
              <a:t>ispravno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prikazuju</a:t>
            </a:r>
          </a:p>
          <a:p>
            <a:r>
              <a:rPr lang="en-US" dirty="0" err="1">
                <a:ea typeface="Calibri"/>
                <a:cs typeface="Calibri"/>
              </a:rPr>
              <a:t>Ograničenja</a:t>
            </a:r>
            <a:r>
              <a:rPr lang="en-US" dirty="0">
                <a:ea typeface="Calibri"/>
                <a:cs typeface="Calibri"/>
              </a:rPr>
              <a:t> bravura </a:t>
            </a:r>
            <a:r>
              <a:rPr lang="en-US" dirty="0" err="1">
                <a:ea typeface="Calibri"/>
                <a:cs typeface="Calibri"/>
              </a:rPr>
              <a:t>fonta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26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40148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Biblioteka</a:t>
            </a:r>
            <a:r>
              <a:rPr lang="en-US" dirty="0">
                <a:ea typeface="Calibri"/>
                <a:cs typeface="Calibri"/>
              </a:rPr>
              <a:t> – </a:t>
            </a:r>
            <a:r>
              <a:rPr lang="en-US" dirty="0" err="1">
                <a:ea typeface="Calibri"/>
                <a:cs typeface="Calibri"/>
              </a:rPr>
              <a:t>uz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zadržavanje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fokusa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mogućnosti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učitavanja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vlastitih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datoteka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Navigator - </a:t>
            </a:r>
            <a:r>
              <a:rPr lang="en-US" dirty="0" err="1">
                <a:ea typeface="Calibri"/>
                <a:cs typeface="Calibri"/>
              </a:rPr>
              <a:t>povlačenje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pokazivača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odrediti</a:t>
            </a:r>
            <a:r>
              <a:rPr lang="en-US" dirty="0">
                <a:ea typeface="Calibri"/>
                <a:cs typeface="Calibri"/>
              </a:rPr>
              <a:t> od </a:t>
            </a:r>
            <a:r>
              <a:rPr lang="en-US" dirty="0" err="1">
                <a:ea typeface="Calibri"/>
                <a:cs typeface="Calibri"/>
              </a:rPr>
              <a:t>kuda</a:t>
            </a:r>
            <a:r>
              <a:rPr lang="en-US" dirty="0">
                <a:ea typeface="Calibri"/>
                <a:cs typeface="Calibri"/>
              </a:rPr>
              <a:t> se </a:t>
            </a:r>
            <a:r>
              <a:rPr lang="en-US" dirty="0" err="1">
                <a:ea typeface="Calibri"/>
                <a:cs typeface="Calibri"/>
              </a:rPr>
              <a:t>želi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nastaviti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reprodukcija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28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471519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Implementirana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zvučna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reprodukcija</a:t>
            </a:r>
            <a:r>
              <a:rPr lang="en-US" dirty="0">
                <a:ea typeface="Calibri"/>
                <a:cs typeface="Calibri"/>
              </a:rPr>
              <a:t> -&gt; </a:t>
            </a:r>
            <a:r>
              <a:rPr lang="en-US" dirty="0" err="1">
                <a:ea typeface="Calibri"/>
                <a:cs typeface="Calibri"/>
              </a:rPr>
              <a:t>poteškoće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pri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koncentraciji</a:t>
            </a:r>
            <a:r>
              <a:rPr lang="en-US" dirty="0">
                <a:ea typeface="Calibri"/>
                <a:cs typeface="Calibri"/>
              </a:rPr>
              <a:t> -&gt; </a:t>
            </a:r>
            <a:r>
              <a:rPr lang="en-US" dirty="0" err="1">
                <a:ea typeface="Calibri"/>
                <a:cs typeface="Calibri"/>
              </a:rPr>
              <a:t>uvesti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dva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gumba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Motivacija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korisnika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daljnje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vježbanje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29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567427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Prisjetila</a:t>
            </a:r>
            <a:r>
              <a:rPr lang="en-US" dirty="0">
                <a:ea typeface="Calibri"/>
                <a:cs typeface="Calibri"/>
              </a:rPr>
              <a:t> – </a:t>
            </a:r>
            <a:r>
              <a:rPr lang="en-US" dirty="0" err="1">
                <a:ea typeface="Calibri"/>
                <a:cs typeface="Calibri"/>
              </a:rPr>
              <a:t>zahtjevno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raditi</a:t>
            </a:r>
            <a:r>
              <a:rPr lang="en-US" dirty="0">
                <a:ea typeface="Calibri"/>
                <a:cs typeface="Calibri"/>
              </a:rPr>
              <a:t> s </a:t>
            </a:r>
            <a:r>
              <a:rPr lang="en-US" dirty="0" err="1">
                <a:ea typeface="Calibri"/>
                <a:cs typeface="Calibri"/>
              </a:rPr>
              <a:t>glazbom</a:t>
            </a:r>
            <a:r>
              <a:rPr lang="en-US" dirty="0">
                <a:ea typeface="Calibri"/>
                <a:cs typeface="Calibri"/>
              </a:rPr>
              <a:t> – </a:t>
            </a:r>
            <a:r>
              <a:rPr lang="en-US" dirty="0" err="1">
                <a:ea typeface="Calibri"/>
                <a:cs typeface="Calibri"/>
              </a:rPr>
              <a:t>hrpa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pravila</a:t>
            </a:r>
            <a:r>
              <a:rPr lang="en-US" dirty="0">
                <a:ea typeface="Calibri"/>
                <a:cs typeface="Calibri"/>
              </a:rPr>
              <a:t> I </a:t>
            </a:r>
            <a:r>
              <a:rPr lang="en-US" dirty="0" err="1">
                <a:ea typeface="Calibri"/>
                <a:cs typeface="Calibri"/>
              </a:rPr>
              <a:t>još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više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iznimki</a:t>
            </a:r>
          </a:p>
          <a:p>
            <a:r>
              <a:rPr lang="en-US" dirty="0">
                <a:ea typeface="Calibri"/>
                <a:cs typeface="Calibri"/>
              </a:rPr>
              <a:t>Ne </a:t>
            </a:r>
            <a:r>
              <a:rPr lang="en-US" dirty="0" err="1">
                <a:ea typeface="Calibri"/>
                <a:cs typeface="Calibri"/>
              </a:rPr>
              <a:t>može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zamijeniti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tradicionalne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metode</a:t>
            </a:r>
          </a:p>
          <a:p>
            <a:r>
              <a:rPr lang="en-US" dirty="0" err="1">
                <a:ea typeface="Calibri"/>
                <a:cs typeface="Calibri"/>
              </a:rPr>
              <a:t>Zabavno</a:t>
            </a:r>
            <a:r>
              <a:rPr lang="en-US" dirty="0">
                <a:ea typeface="Calibri"/>
                <a:cs typeface="Calibri"/>
              </a:rPr>
              <a:t> I </a:t>
            </a:r>
            <a:r>
              <a:rPr lang="en-US" dirty="0" err="1">
                <a:ea typeface="Calibri"/>
                <a:cs typeface="Calibri"/>
              </a:rPr>
              <a:t>brzo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svladavanje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novih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skladbi</a:t>
            </a:r>
            <a:r>
              <a:rPr lang="en-US" dirty="0">
                <a:ea typeface="Calibri"/>
                <a:cs typeface="Calibri"/>
              </a:rPr>
              <a:t> – </a:t>
            </a:r>
            <a:r>
              <a:rPr lang="en-US" dirty="0" err="1">
                <a:ea typeface="Calibri"/>
                <a:cs typeface="Calibri"/>
              </a:rPr>
              <a:t>interaktivan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način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praćenje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napretka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Ponosna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na</a:t>
            </a:r>
            <a:r>
              <a:rPr lang="en-US" dirty="0">
                <a:ea typeface="Calibri"/>
                <a:cs typeface="Calibri"/>
              </a:rPr>
              <a:t> rad, </a:t>
            </a:r>
            <a:r>
              <a:rPr lang="en-US" dirty="0" err="1">
                <a:ea typeface="Calibri"/>
                <a:cs typeface="Calibri"/>
              </a:rPr>
              <a:t>dobar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temelj</a:t>
            </a:r>
            <a:r>
              <a:rPr lang="en-US" dirty="0">
                <a:ea typeface="Calibri"/>
                <a:cs typeface="Calibri"/>
              </a:rPr>
              <a:t> za </a:t>
            </a:r>
            <a:r>
              <a:rPr lang="en-US" dirty="0" err="1">
                <a:ea typeface="Calibri"/>
                <a:cs typeface="Calibri"/>
              </a:rPr>
              <a:t>daljnji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razvoj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0032A-A6F4-4220-9ADA-2AE7933DC1F2}" type="slidenum">
              <a:rPr lang="hr-HR" smtClean="0"/>
              <a:t>30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3979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4884965" cy="225971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BFBFB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695036"/>
            <a:ext cx="9244693" cy="12888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8CC527-9B1A-4421-820F-4C7F93672631}" type="datetime1">
              <a:rPr lang="hr-HR" smtClean="0"/>
              <a:t>16.9.2024.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146800"/>
            <a:ext cx="25527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3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4884965" cy="225971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BFBFB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695036"/>
            <a:ext cx="9244693" cy="12888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8A645D-8DC1-4103-ACCF-1D0DCEA4CEF0}" type="datetime1">
              <a:rPr lang="hr-HR" smtClean="0"/>
              <a:t>16.9.2024.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146800"/>
            <a:ext cx="25527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6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7075517" cy="225971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BFBFB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695036"/>
            <a:ext cx="9244693" cy="12888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C6A0B49-8851-4372-9C14-A77FB03183F4}" type="datetime1">
              <a:rPr lang="hr-HR" smtClean="0"/>
              <a:t>16.9.2024.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05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6435403" y="0"/>
            <a:ext cx="5756597" cy="6858000"/>
          </a:xfrm>
        </p:spPr>
        <p:txBody>
          <a:bodyPr/>
          <a:lstStyle/>
          <a:p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2944" y="2682610"/>
            <a:ext cx="5244647" cy="303238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BFBFB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782944" y="504536"/>
            <a:ext cx="5243783" cy="196811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09CA4D2-D8CB-45F0-AF23-5CF4F892E90D}" type="datetime1">
              <a:rPr lang="hr-HR" smtClean="0"/>
              <a:t>16.9.2024.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13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2089" y="3601376"/>
            <a:ext cx="3328695" cy="222745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1" y="2707251"/>
            <a:ext cx="3332583" cy="74187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4DA58-1A42-43E2-BAA5-902A6FA09D64}" type="datetime1">
              <a:rPr lang="hr-HR" smtClean="0"/>
              <a:t>16.9.2024.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838201" y="658762"/>
            <a:ext cx="3332583" cy="1809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442928" y="658762"/>
            <a:ext cx="3332583" cy="1809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047655" y="658762"/>
            <a:ext cx="3332583" cy="1809750"/>
          </a:xfrm>
        </p:spPr>
        <p:txBody>
          <a:bodyPr/>
          <a:lstStyle/>
          <a:p>
            <a:endParaRPr lang="hr-HR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EECE7DB-22F7-453C-9042-3A7E76D70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39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6816" y="1938129"/>
            <a:ext cx="7268934" cy="4034045"/>
          </a:xfrm>
        </p:spPr>
        <p:txBody>
          <a:bodyPr vert="horz" lIns="91440" tIns="45720" rIns="91440" bIns="45720" rtlCol="0" anchor="b" anchorCtr="0">
            <a:normAutofit fontScale="77500" lnSpcReduction="20000"/>
          </a:bodyPr>
          <a:lstStyle>
            <a:lvl1pPr marL="0" indent="0">
              <a:buNone/>
              <a:defRPr lang="hr-HR" sz="3200" smtClean="0"/>
            </a:lvl1pPr>
          </a:lstStyle>
          <a:p>
            <a:pPr marL="228600" lvl="0" indent="-228600">
              <a:lnSpc>
                <a:spcPct val="120000"/>
              </a:lnSpc>
            </a:pPr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442928" y="496957"/>
            <a:ext cx="7272822" cy="121257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1E6BD04-CE4A-4821-8B2D-748E94DAB577}" type="datetime1">
              <a:rPr lang="hr-HR" smtClean="0"/>
              <a:t>16.9.2024.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152400" y="1"/>
            <a:ext cx="4018383" cy="597217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170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504F7-34A5-4CD4-86CE-4F2BAB4575DB}" type="datetime1">
              <a:rPr lang="hr-HR" smtClean="0"/>
              <a:t>16.9.2024.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DA989896-E538-436D-B731-F8D7B75A1A4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37490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B6B3-742C-49F8-A78B-F65A88979D8F}" type="datetime1">
              <a:rPr lang="hr-HR" smtClean="0"/>
              <a:t>16.9.2024.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713980"/>
            <a:ext cx="10764836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635507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ullets with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7E708-C5D4-4069-A98E-51799BE2691A}" type="datetime1">
              <a:rPr lang="hr-HR" smtClean="0"/>
              <a:t>16.9.2024.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7746" y="1713980"/>
            <a:ext cx="7132117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D51CA1A-225F-4FB1-8C30-C453CDDE0B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9786" y="1704181"/>
            <a:ext cx="3495675" cy="4217988"/>
          </a:xfrm>
          <a:ln>
            <a:solidFill>
              <a:schemeClr val="tx1">
                <a:lumMod val="95000"/>
              </a:scheme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17058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ullets with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BB70B-B814-4A7F-9281-E754DDC73F92}" type="datetime1">
              <a:rPr lang="hr-HR" smtClean="0"/>
              <a:t>16.9.2024.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713980"/>
            <a:ext cx="7132117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D51CA1A-225F-4FB1-8C30-C453CDDE0B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04188" y="1695450"/>
            <a:ext cx="3495675" cy="4217988"/>
          </a:xfrm>
          <a:ln>
            <a:solidFill>
              <a:schemeClr val="tx1">
                <a:lumMod val="95000"/>
              </a:scheme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929520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770AD-6CCE-40AF-81A0-F4647088DACC}" type="datetime1">
              <a:rPr lang="hr-HR" smtClean="0"/>
              <a:t>16.9.2024.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839788" y="1713981"/>
            <a:ext cx="10763247" cy="419945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BFBFB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F2D844CB-5A47-4207-9B24-46DA77E04F9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8E20C9C-F54B-4C1E-8505-0D6B7A16B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7723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B759-CD69-4795-A56D-DA211CEF0CA9}" type="datetime1">
              <a:rPr lang="hr-HR" smtClean="0"/>
              <a:t>16.9.2024.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ADA9828C-0F09-42F5-8A9C-5073EB0392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104927-4214-4F19-B418-94C203F128C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9787" y="2322761"/>
            <a:ext cx="5256213" cy="359067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DBD3EAC-EDFE-41C3-A36E-87A60FD7452E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394451" y="2322759"/>
            <a:ext cx="5204632" cy="359067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037156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66700"/>
            <a:ext cx="107664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65289"/>
            <a:ext cx="5256212" cy="881268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33869"/>
            <a:ext cx="5256212" cy="3279569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48412" y="1665289"/>
            <a:ext cx="5256212" cy="881268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3544-F369-4EA2-9802-1BA865814296}" type="datetime1">
              <a:rPr lang="hr-HR" smtClean="0"/>
              <a:t>16.9.2024.</a:t>
            </a:fld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12" name="Footer Placeholder 13">
            <a:extLst>
              <a:ext uri="{FF2B5EF4-FFF2-40B4-BE49-F238E27FC236}">
                <a16:creationId xmlns:a16="http://schemas.microsoft.com/office/drawing/2014/main" id="{17CA7F56-B6DF-4B72-B983-4ABF5EC3765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8125A28-7430-42EE-A541-AD2F86A7E0C5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348412" y="2633868"/>
            <a:ext cx="5256213" cy="3279569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20772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3D7D-92CA-452C-B9D0-1DF31E7709A0}" type="datetime1">
              <a:rPr lang="hr-HR" smtClean="0"/>
              <a:t>16.9.2024.</a:t>
            </a:fld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A079A920-00F3-4EEC-8FD5-4A870161255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06101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9665"/>
            <a:ext cx="3932237" cy="105319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4010" y="587376"/>
            <a:ext cx="6172200" cy="533989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812471"/>
            <a:ext cx="3932237" cy="411479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B184A-8A12-46DC-858F-40BB764B6877}" type="datetime1">
              <a:rPr lang="hr-HR" smtClean="0"/>
              <a:t>16.9.2024.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57CFA1DC-DF2C-4C4F-8172-9DA3F1D039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70282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5993"/>
            <a:ext cx="3932237" cy="974045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"/>
            <a:ext cx="7008812" cy="60415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79614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7A5E9-C184-4225-B8DD-D288AF17D96D}" type="datetime1">
              <a:rPr lang="hr-HR" smtClean="0"/>
              <a:t>16.9.2024.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A16F082B-19D2-4D9B-90A3-8B13759846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12078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79B807-777A-48C3-B248-E21A742844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540622" y="4469906"/>
            <a:ext cx="1036756" cy="7559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894A5E-676A-49A4-AC3B-FDADD25A7B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482" y="1414956"/>
            <a:ext cx="1036756" cy="755968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F62E0AC3-607C-436C-BF58-1272FE065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5650" y="1680341"/>
            <a:ext cx="6096000" cy="3050234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AD3A8B4C-F64A-4192-97AE-9B3AD3827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87E2A-7126-4C10-96F2-C7E41986C188}" type="datetime1">
              <a:rPr lang="hr-HR" smtClean="0"/>
              <a:t>16.9.2024.</a:t>
            </a:fld>
            <a:endParaRPr lang="hr-HR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7E85B49-A070-46FB-A986-B4333436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32F36DB-1174-4E85-9F97-D31B9B1F6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011FCB-049E-4685-88DC-7CB69F627C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95650" y="4847890"/>
            <a:ext cx="4562475" cy="4953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F0893D3-A974-4966-83AF-23172AC765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4884965" cy="225971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695036"/>
            <a:ext cx="9244693" cy="12888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8CC527-9B1A-4421-820F-4C7F93672631}" type="datetime1">
              <a:rPr lang="hr-HR" smtClean="0"/>
              <a:t>16.9.2024.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67403A-A107-4F4A-93FE-B8075E84BB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0853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4884965" cy="225971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695036"/>
            <a:ext cx="9244693" cy="12888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8A645D-8DC1-4103-ACCF-1D0DCEA4CEF0}" type="datetime1">
              <a:rPr lang="hr-HR" smtClean="0"/>
              <a:t>16.9.2024.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5AB763-6E35-4F5E-A4EF-512DE4B2A1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1495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7075517" cy="225971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695036"/>
            <a:ext cx="9244693" cy="12888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C6A0B49-8851-4372-9C14-A77FB03183F4}" type="datetime1">
              <a:rPr lang="hr-HR" smtClean="0"/>
              <a:t>16.9.2024.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8CA353-9329-42A9-ADC5-244549CBA5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6435403" y="0"/>
            <a:ext cx="5756597" cy="6858000"/>
          </a:xfrm>
        </p:spPr>
        <p:txBody>
          <a:bodyPr/>
          <a:lstStyle/>
          <a:p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2944" y="2682610"/>
            <a:ext cx="5244647" cy="303238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782944" y="504536"/>
            <a:ext cx="5243783" cy="196811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09CA4D2-D8CB-45F0-AF23-5CF4F892E90D}" type="datetime1">
              <a:rPr lang="hr-HR" smtClean="0"/>
              <a:t>16.9.2024.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406574-F938-48B1-8BFD-36BDB34132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4591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2089" y="3601376"/>
            <a:ext cx="3328695" cy="222745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1" y="2707251"/>
            <a:ext cx="3332583" cy="74187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4DA58-1A42-43E2-BAA5-902A6FA09D64}" type="datetime1">
              <a:rPr lang="hr-HR" smtClean="0"/>
              <a:t>16.9.2024.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838201" y="658762"/>
            <a:ext cx="3332583" cy="1809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442928" y="658762"/>
            <a:ext cx="3332583" cy="1809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047655" y="658762"/>
            <a:ext cx="3332583" cy="1809750"/>
          </a:xfrm>
        </p:spPr>
        <p:txBody>
          <a:bodyPr/>
          <a:lstStyle/>
          <a:p>
            <a:endParaRPr lang="hr-H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975140-D279-4AE9-A57D-9034D8EA8D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252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6816" y="1938129"/>
            <a:ext cx="7268934" cy="4034045"/>
          </a:xfrm>
        </p:spPr>
        <p:txBody>
          <a:bodyPr vert="horz" lIns="91440" tIns="45720" rIns="91440" bIns="45720" rtlCol="0" anchor="b" anchorCtr="0">
            <a:normAutofit fontScale="77500" lnSpcReduction="20000"/>
          </a:bodyPr>
          <a:lstStyle>
            <a:lvl1pPr marL="0" indent="0">
              <a:buNone/>
              <a:defRPr lang="hr-HR" sz="3200" smtClean="0">
                <a:solidFill>
                  <a:srgbClr val="474747"/>
                </a:solidFill>
              </a:defRPr>
            </a:lvl1pPr>
          </a:lstStyle>
          <a:p>
            <a:pPr marL="228600" lvl="0" indent="-228600">
              <a:lnSpc>
                <a:spcPct val="120000"/>
              </a:lnSpc>
            </a:pPr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442928" y="496957"/>
            <a:ext cx="7272822" cy="121257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1E6BD04-CE4A-4821-8B2D-748E94DAB577}" type="datetime1">
              <a:rPr lang="hr-HR" smtClean="0"/>
              <a:t>16.9.2024.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152400" y="1"/>
            <a:ext cx="4018383" cy="597217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8E1428-ABA2-44FD-8B09-E1820FCCCB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1325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504F7-34A5-4CD4-86CE-4F2BAB4575DB}" type="datetime1">
              <a:rPr lang="hr-HR" smtClean="0"/>
              <a:t>16.9.2024.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DA989896-E538-436D-B731-F8D7B75A1A4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E1153F-EC32-4DA8-BCC3-42EB9F8CE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638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B6B3-742C-49F8-A78B-F65A88979D8F}" type="datetime1">
              <a:rPr lang="hr-HR" smtClean="0"/>
              <a:t>16.9.2024.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713980"/>
            <a:ext cx="10764836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>
                <a:solidFill>
                  <a:srgbClr val="474747"/>
                </a:solidFill>
              </a:defRPr>
            </a:lvl1pPr>
            <a:lvl2pPr>
              <a:lnSpc>
                <a:spcPct val="100000"/>
              </a:lnSpc>
              <a:defRPr>
                <a:solidFill>
                  <a:srgbClr val="474747"/>
                </a:solidFill>
              </a:defRPr>
            </a:lvl2pPr>
            <a:lvl3pPr>
              <a:lnSpc>
                <a:spcPct val="100000"/>
              </a:lnSpc>
              <a:defRPr>
                <a:solidFill>
                  <a:srgbClr val="474747"/>
                </a:solidFill>
              </a:defRPr>
            </a:lvl3pPr>
            <a:lvl4pPr>
              <a:lnSpc>
                <a:spcPct val="100000"/>
              </a:lnSpc>
              <a:defRPr>
                <a:solidFill>
                  <a:srgbClr val="474747"/>
                </a:solidFill>
              </a:defRPr>
            </a:lvl4pPr>
            <a:lvl5pPr>
              <a:lnSpc>
                <a:spcPct val="100000"/>
              </a:lnSpc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FB6D74-52BB-4D57-88CA-E3A621BA37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394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ullets with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7E708-C5D4-4069-A98E-51799BE2691A}" type="datetime1">
              <a:rPr lang="hr-HR" smtClean="0"/>
              <a:t>16.9.2024.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7746" y="1713980"/>
            <a:ext cx="7132117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>
                <a:solidFill>
                  <a:srgbClr val="474747"/>
                </a:solidFill>
              </a:defRPr>
            </a:lvl1pPr>
            <a:lvl2pPr>
              <a:lnSpc>
                <a:spcPct val="100000"/>
              </a:lnSpc>
              <a:defRPr>
                <a:solidFill>
                  <a:srgbClr val="474747"/>
                </a:solidFill>
              </a:defRPr>
            </a:lvl2pPr>
            <a:lvl3pPr>
              <a:lnSpc>
                <a:spcPct val="100000"/>
              </a:lnSpc>
              <a:defRPr>
                <a:solidFill>
                  <a:srgbClr val="474747"/>
                </a:solidFill>
              </a:defRPr>
            </a:lvl3pPr>
            <a:lvl4pPr>
              <a:lnSpc>
                <a:spcPct val="100000"/>
              </a:lnSpc>
              <a:defRPr>
                <a:solidFill>
                  <a:srgbClr val="474747"/>
                </a:solidFill>
              </a:defRPr>
            </a:lvl4pPr>
            <a:lvl5pPr>
              <a:lnSpc>
                <a:spcPct val="100000"/>
              </a:lnSpc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D51CA1A-225F-4FB1-8C30-C453CDDE0B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9786" y="1704181"/>
            <a:ext cx="3495675" cy="4217988"/>
          </a:xfrm>
          <a:ln>
            <a:solidFill>
              <a:schemeClr val="tx1">
                <a:lumMod val="95000"/>
              </a:scheme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3F7DCD-357E-4E95-A118-6D94B73A6D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2761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ullets with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BB70B-B814-4A7F-9281-E754DDC73F92}" type="datetime1">
              <a:rPr lang="hr-HR" smtClean="0"/>
              <a:t>16.9.2024.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713980"/>
            <a:ext cx="7132117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>
                <a:solidFill>
                  <a:srgbClr val="474747"/>
                </a:solidFill>
              </a:defRPr>
            </a:lvl1pPr>
            <a:lvl2pPr>
              <a:lnSpc>
                <a:spcPct val="100000"/>
              </a:lnSpc>
              <a:defRPr>
                <a:solidFill>
                  <a:srgbClr val="474747"/>
                </a:solidFill>
              </a:defRPr>
            </a:lvl2pPr>
            <a:lvl3pPr>
              <a:lnSpc>
                <a:spcPct val="100000"/>
              </a:lnSpc>
              <a:defRPr>
                <a:solidFill>
                  <a:srgbClr val="474747"/>
                </a:solidFill>
              </a:defRPr>
            </a:lvl3pPr>
            <a:lvl4pPr>
              <a:lnSpc>
                <a:spcPct val="100000"/>
              </a:lnSpc>
              <a:defRPr>
                <a:solidFill>
                  <a:srgbClr val="474747"/>
                </a:solidFill>
              </a:defRPr>
            </a:lvl4pPr>
            <a:lvl5pPr>
              <a:lnSpc>
                <a:spcPct val="100000"/>
              </a:lnSpc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D51CA1A-225F-4FB1-8C30-C453CDDE0B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04188" y="1695450"/>
            <a:ext cx="3495675" cy="4217988"/>
          </a:xfrm>
          <a:ln>
            <a:solidFill>
              <a:schemeClr val="tx1">
                <a:lumMod val="95000"/>
              </a:scheme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7D823A-034B-45D7-B4AF-163A8E9AB1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0147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770AD-6CCE-40AF-81A0-F4647088DACC}" type="datetime1">
              <a:rPr lang="hr-HR" smtClean="0"/>
              <a:t>16.9.2024.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839788" y="1713981"/>
            <a:ext cx="10763247" cy="419945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F2D844CB-5A47-4207-9B24-46DA77E04F9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8E20C9C-F54B-4C1E-8505-0D6B7A16B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4E45CF-A711-4D15-91B6-14FEBC310E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657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B759-CD69-4795-A56D-DA211CEF0CA9}" type="datetime1">
              <a:rPr lang="hr-HR" smtClean="0"/>
              <a:t>16.9.2024.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ADA9828C-0F09-42F5-8A9C-5073EB0392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104927-4214-4F19-B418-94C203F128C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9787" y="2322761"/>
            <a:ext cx="5256213" cy="3590678"/>
          </a:xfrm>
        </p:spPr>
        <p:txBody>
          <a:bodyPr>
            <a:normAutofit/>
          </a:bodyPr>
          <a:lstStyle>
            <a:lvl1pPr>
              <a:defRPr sz="2400">
                <a:solidFill>
                  <a:srgbClr val="474747"/>
                </a:solidFill>
              </a:defRPr>
            </a:lvl1pPr>
            <a:lvl2pPr>
              <a:defRPr sz="2200">
                <a:solidFill>
                  <a:srgbClr val="474747"/>
                </a:solidFill>
              </a:defRPr>
            </a:lvl2pPr>
            <a:lvl3pPr>
              <a:defRPr sz="2000">
                <a:solidFill>
                  <a:srgbClr val="474747"/>
                </a:solidFill>
              </a:defRPr>
            </a:lvl3pPr>
            <a:lvl4pPr>
              <a:defRPr sz="1800">
                <a:solidFill>
                  <a:srgbClr val="474747"/>
                </a:solidFill>
              </a:defRPr>
            </a:lvl4pPr>
            <a:lvl5pPr>
              <a:defRPr sz="1600"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DBD3EAC-EDFE-41C3-A36E-87A60FD7452E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394451" y="2322759"/>
            <a:ext cx="5204632" cy="3590679"/>
          </a:xfrm>
        </p:spPr>
        <p:txBody>
          <a:bodyPr>
            <a:normAutofit/>
          </a:bodyPr>
          <a:lstStyle>
            <a:lvl1pPr>
              <a:defRPr sz="2400">
                <a:solidFill>
                  <a:srgbClr val="474747"/>
                </a:solidFill>
              </a:defRPr>
            </a:lvl1pPr>
            <a:lvl2pPr>
              <a:defRPr sz="2200">
                <a:solidFill>
                  <a:srgbClr val="474747"/>
                </a:solidFill>
              </a:defRPr>
            </a:lvl2pPr>
            <a:lvl3pPr>
              <a:defRPr sz="2000">
                <a:solidFill>
                  <a:srgbClr val="474747"/>
                </a:solidFill>
              </a:defRPr>
            </a:lvl3pPr>
            <a:lvl4pPr>
              <a:defRPr sz="1800">
                <a:solidFill>
                  <a:srgbClr val="474747"/>
                </a:solidFill>
              </a:defRPr>
            </a:lvl4pPr>
            <a:lvl5pPr>
              <a:defRPr sz="1600"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CEE060-EA2F-4730-8EFD-299C92FC26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3515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66700"/>
            <a:ext cx="107664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65289"/>
            <a:ext cx="5256212" cy="881268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47474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33869"/>
            <a:ext cx="5256212" cy="3279569"/>
          </a:xfrm>
        </p:spPr>
        <p:txBody>
          <a:bodyPr/>
          <a:lstStyle>
            <a:lvl1pPr>
              <a:defRPr sz="2600">
                <a:solidFill>
                  <a:srgbClr val="474747"/>
                </a:solidFill>
              </a:defRPr>
            </a:lvl1pPr>
            <a:lvl2pPr>
              <a:defRPr sz="2400">
                <a:solidFill>
                  <a:srgbClr val="474747"/>
                </a:solidFill>
              </a:defRPr>
            </a:lvl2pPr>
            <a:lvl3pPr>
              <a:defRPr>
                <a:solidFill>
                  <a:srgbClr val="474747"/>
                </a:solidFill>
              </a:defRPr>
            </a:lvl3pPr>
            <a:lvl4pPr>
              <a:defRPr>
                <a:solidFill>
                  <a:srgbClr val="474747"/>
                </a:solidFill>
              </a:defRPr>
            </a:lvl4pPr>
            <a:lvl5pPr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48412" y="1665289"/>
            <a:ext cx="5256212" cy="881268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47474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3544-F369-4EA2-9802-1BA865814296}" type="datetime1">
              <a:rPr lang="hr-HR" smtClean="0"/>
              <a:t>16.9.2024.</a:t>
            </a:fld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12" name="Footer Placeholder 13">
            <a:extLst>
              <a:ext uri="{FF2B5EF4-FFF2-40B4-BE49-F238E27FC236}">
                <a16:creationId xmlns:a16="http://schemas.microsoft.com/office/drawing/2014/main" id="{17CA7F56-B6DF-4B72-B983-4ABF5EC3765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8125A28-7430-42EE-A541-AD2F86A7E0C5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348412" y="2633868"/>
            <a:ext cx="5256213" cy="3279569"/>
          </a:xfrm>
        </p:spPr>
        <p:txBody>
          <a:bodyPr/>
          <a:lstStyle>
            <a:lvl1pPr>
              <a:defRPr sz="2600">
                <a:solidFill>
                  <a:srgbClr val="474747"/>
                </a:solidFill>
              </a:defRPr>
            </a:lvl1pPr>
            <a:lvl2pPr>
              <a:defRPr sz="2400">
                <a:solidFill>
                  <a:srgbClr val="474747"/>
                </a:solidFill>
              </a:defRPr>
            </a:lvl2pPr>
            <a:lvl3pPr>
              <a:defRPr>
                <a:solidFill>
                  <a:srgbClr val="474747"/>
                </a:solidFill>
              </a:defRPr>
            </a:lvl3pPr>
            <a:lvl4pPr>
              <a:defRPr>
                <a:solidFill>
                  <a:srgbClr val="474747"/>
                </a:solidFill>
              </a:defRPr>
            </a:lvl4pPr>
            <a:lvl5pPr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E76327-F4EA-4207-8A05-31AD4ACBD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3930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3D7D-92CA-452C-B9D0-1DF31E7709A0}" type="datetime1">
              <a:rPr lang="hr-HR" smtClean="0"/>
              <a:t>16.9.2024.</a:t>
            </a:fld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A079A920-00F3-4EEC-8FD5-4A870161255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5F7369-43B0-450B-97D3-3161061A6C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547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9665"/>
            <a:ext cx="3932237" cy="105319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4010" y="587376"/>
            <a:ext cx="6172200" cy="5339895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74747"/>
                </a:solidFill>
              </a:defRPr>
            </a:lvl1pPr>
            <a:lvl2pPr>
              <a:defRPr sz="2400">
                <a:solidFill>
                  <a:srgbClr val="474747"/>
                </a:solidFill>
              </a:defRPr>
            </a:lvl2pPr>
            <a:lvl3pPr>
              <a:defRPr sz="2000">
                <a:solidFill>
                  <a:srgbClr val="474747"/>
                </a:solidFill>
              </a:defRPr>
            </a:lvl3pPr>
            <a:lvl4pPr>
              <a:defRPr sz="1800">
                <a:solidFill>
                  <a:srgbClr val="474747"/>
                </a:solidFill>
              </a:defRPr>
            </a:lvl4pPr>
            <a:lvl5pPr>
              <a:defRPr sz="1800">
                <a:solidFill>
                  <a:srgbClr val="474747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812471"/>
            <a:ext cx="3932237" cy="4114799"/>
          </a:xfrm>
        </p:spPr>
        <p:txBody>
          <a:bodyPr/>
          <a:lstStyle>
            <a:lvl1pPr marL="0" indent="0">
              <a:buNone/>
              <a:defRPr sz="1600">
                <a:solidFill>
                  <a:srgbClr val="474747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B184A-8A12-46DC-858F-40BB764B6877}" type="datetime1">
              <a:rPr lang="hr-HR" smtClean="0"/>
              <a:t>16.9.2024.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57CFA1DC-DF2C-4C4F-8172-9DA3F1D039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4C87DC-AC6E-4A17-8A89-541F29D5E8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470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5993"/>
            <a:ext cx="3932237" cy="974045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"/>
            <a:ext cx="7008812" cy="60415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79614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474747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7A5E9-C184-4225-B8DD-D288AF17D96D}" type="datetime1">
              <a:rPr lang="hr-HR" smtClean="0"/>
              <a:t>16.9.2024.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A16F082B-19D2-4D9B-90A3-8B13759846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1C2487-E1A4-490B-ABD3-63931C723A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82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79B807-777A-48C3-B248-E21A742844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540622" y="4469906"/>
            <a:ext cx="1036756" cy="7559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894A5E-676A-49A4-AC3B-FDADD25A7B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482" y="1414956"/>
            <a:ext cx="1036756" cy="755968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F62E0AC3-607C-436C-BF58-1272FE065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5650" y="1680341"/>
            <a:ext cx="6096000" cy="3050234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AD3A8B4C-F64A-4192-97AE-9B3AD3827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87E2A-7126-4C10-96F2-C7E41986C188}" type="datetime1">
              <a:rPr lang="hr-HR" smtClean="0"/>
              <a:t>16.9.2024.</a:t>
            </a:fld>
            <a:endParaRPr lang="hr-HR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7E85B49-A070-46FB-A986-B4333436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32F36DB-1174-4E85-9F97-D31B9B1F6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011FCB-049E-4685-88DC-7CB69F627C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95650" y="4847890"/>
            <a:ext cx="4562475" cy="4953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474747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04D50A-555D-4946-8317-8EFE07552F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5309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4884965" cy="225971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695036"/>
            <a:ext cx="9244693" cy="12888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8CC527-9B1A-4421-820F-4C7F93672631}" type="datetime1">
              <a:rPr lang="hr-HR" smtClean="0"/>
              <a:pPr/>
              <a:t>16.9.2024.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67403A-A107-4F4A-93FE-B8075E84BB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884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4884965" cy="225971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695036"/>
            <a:ext cx="9244693" cy="12888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8A645D-8DC1-4103-ACCF-1D0DCEA4CEF0}" type="datetime1">
              <a:rPr lang="hr-HR" smtClean="0"/>
              <a:pPr/>
              <a:t>16.9.2024.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5AB763-6E35-4F5E-A4EF-512DE4B2A1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429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7075517" cy="225971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695036"/>
            <a:ext cx="9244693" cy="12888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C6A0B49-8851-4372-9C14-A77FB03183F4}" type="datetime1">
              <a:rPr lang="hr-HR" smtClean="0"/>
              <a:pPr/>
              <a:t>16.9.2024.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8CA353-9329-42A9-ADC5-244549CBA5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8767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6435403" y="0"/>
            <a:ext cx="5756597" cy="6858000"/>
          </a:xfrm>
        </p:spPr>
        <p:txBody>
          <a:bodyPr/>
          <a:lstStyle/>
          <a:p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2944" y="2682610"/>
            <a:ext cx="5244647" cy="303238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782944" y="504536"/>
            <a:ext cx="5243783" cy="196811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09CA4D2-D8CB-45F0-AF23-5CF4F892E90D}" type="datetime1">
              <a:rPr lang="hr-HR" smtClean="0"/>
              <a:pPr/>
              <a:t>16.9.2024.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406574-F938-48B1-8BFD-36BDB34132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1791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2089" y="3601376"/>
            <a:ext cx="3328695" cy="222745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1" y="2707251"/>
            <a:ext cx="3332583" cy="74187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4DA58-1A42-43E2-BAA5-902A6FA09D64}" type="datetime1">
              <a:rPr lang="hr-HR" smtClean="0"/>
              <a:pPr/>
              <a:t>16.9.2024.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838201" y="658762"/>
            <a:ext cx="3332583" cy="1809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442928" y="658762"/>
            <a:ext cx="3332583" cy="1809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047655" y="658762"/>
            <a:ext cx="3332583" cy="1809750"/>
          </a:xfrm>
        </p:spPr>
        <p:txBody>
          <a:bodyPr/>
          <a:lstStyle/>
          <a:p>
            <a:endParaRPr lang="hr-H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975140-D279-4AE9-A57D-9034D8EA8D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4526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6816" y="1938129"/>
            <a:ext cx="7268934" cy="4034045"/>
          </a:xfrm>
        </p:spPr>
        <p:txBody>
          <a:bodyPr vert="horz" lIns="91440" tIns="45720" rIns="91440" bIns="45720" rtlCol="0" anchor="b" anchorCtr="0">
            <a:normAutofit fontScale="77500" lnSpcReduction="20000"/>
          </a:bodyPr>
          <a:lstStyle>
            <a:lvl1pPr marL="0" indent="0">
              <a:buNone/>
              <a:defRPr lang="hr-HR" sz="3200" smtClean="0">
                <a:solidFill>
                  <a:srgbClr val="474747"/>
                </a:solidFill>
              </a:defRPr>
            </a:lvl1pPr>
          </a:lstStyle>
          <a:p>
            <a:pPr marL="228600" lvl="0" indent="-228600">
              <a:lnSpc>
                <a:spcPct val="120000"/>
              </a:lnSpc>
            </a:pPr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442928" y="496957"/>
            <a:ext cx="7272822" cy="121257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1E6BD04-CE4A-4821-8B2D-748E94DAB577}" type="datetime1">
              <a:rPr lang="hr-HR" smtClean="0"/>
              <a:pPr/>
              <a:t>16.9.2024.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152400" y="1"/>
            <a:ext cx="4018383" cy="597217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8E1428-ABA2-44FD-8B09-E1820FCCCB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7720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504F7-34A5-4CD4-86CE-4F2BAB4575DB}" type="datetime1">
              <a:rPr lang="hr-HR" smtClean="0"/>
              <a:pPr/>
              <a:t>16.9.2024.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DA989896-E538-436D-B731-F8D7B75A1A4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E1153F-EC32-4DA8-BCC3-42EB9F8CEF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pic>
        <p:nvPicPr>
          <p:cNvPr id="8" name="Picture 2" descr="D:\Users\mmatijasevic\ZZT-FER\_Odbor_za_dr_studije\_Dan_doktorata_2017\_2020\dizajnnaslovnice\DIZAJN_1_3_italic_senf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75945" y="0"/>
            <a:ext cx="3716055" cy="26270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44335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B6B3-742C-49F8-A78B-F65A88979D8F}" type="datetime1">
              <a:rPr lang="hr-HR" smtClean="0"/>
              <a:pPr/>
              <a:t>16.9.2024.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713980"/>
            <a:ext cx="10764836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>
                <a:solidFill>
                  <a:srgbClr val="474747"/>
                </a:solidFill>
              </a:defRPr>
            </a:lvl1pPr>
            <a:lvl2pPr>
              <a:lnSpc>
                <a:spcPct val="100000"/>
              </a:lnSpc>
              <a:defRPr>
                <a:solidFill>
                  <a:srgbClr val="474747"/>
                </a:solidFill>
              </a:defRPr>
            </a:lvl2pPr>
            <a:lvl3pPr>
              <a:lnSpc>
                <a:spcPct val="100000"/>
              </a:lnSpc>
              <a:defRPr>
                <a:solidFill>
                  <a:srgbClr val="474747"/>
                </a:solidFill>
              </a:defRPr>
            </a:lvl3pPr>
            <a:lvl4pPr>
              <a:lnSpc>
                <a:spcPct val="100000"/>
              </a:lnSpc>
              <a:defRPr>
                <a:solidFill>
                  <a:srgbClr val="474747"/>
                </a:solidFill>
              </a:defRPr>
            </a:lvl4pPr>
            <a:lvl5pPr>
              <a:lnSpc>
                <a:spcPct val="100000"/>
              </a:lnSpc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FB6D74-52BB-4D57-88CA-E3A621BA37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pic>
        <p:nvPicPr>
          <p:cNvPr id="8" name="Picture 2" descr="D:\Users\mmatijasevic\ZZT-FER\_Odbor_za_dr_studije\_Dan_doktorata_2017\_2020\dizajnnaslovnice\DIZAJN_1_3_italic_senf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75945" y="0"/>
            <a:ext cx="3716055" cy="26270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655020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ullets with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7E708-C5D4-4069-A98E-51799BE2691A}" type="datetime1">
              <a:rPr lang="hr-HR" smtClean="0"/>
              <a:pPr/>
              <a:t>16.9.2024.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7746" y="1713980"/>
            <a:ext cx="7132117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>
                <a:solidFill>
                  <a:srgbClr val="474747"/>
                </a:solidFill>
              </a:defRPr>
            </a:lvl1pPr>
            <a:lvl2pPr>
              <a:lnSpc>
                <a:spcPct val="100000"/>
              </a:lnSpc>
              <a:defRPr>
                <a:solidFill>
                  <a:srgbClr val="474747"/>
                </a:solidFill>
              </a:defRPr>
            </a:lvl2pPr>
            <a:lvl3pPr>
              <a:lnSpc>
                <a:spcPct val="100000"/>
              </a:lnSpc>
              <a:defRPr>
                <a:solidFill>
                  <a:srgbClr val="474747"/>
                </a:solidFill>
              </a:defRPr>
            </a:lvl3pPr>
            <a:lvl4pPr>
              <a:lnSpc>
                <a:spcPct val="100000"/>
              </a:lnSpc>
              <a:defRPr>
                <a:solidFill>
                  <a:srgbClr val="474747"/>
                </a:solidFill>
              </a:defRPr>
            </a:lvl4pPr>
            <a:lvl5pPr>
              <a:lnSpc>
                <a:spcPct val="100000"/>
              </a:lnSpc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D51CA1A-225F-4FB1-8C30-C453CDDE0B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9786" y="1704181"/>
            <a:ext cx="3495675" cy="4217988"/>
          </a:xfrm>
          <a:ln>
            <a:solidFill>
              <a:schemeClr val="tx1">
                <a:lumMod val="95000"/>
              </a:scheme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3F7DCD-357E-4E95-A118-6D94B73A6D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086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ullets with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BB70B-B814-4A7F-9281-E754DDC73F92}" type="datetime1">
              <a:rPr lang="hr-HR" smtClean="0"/>
              <a:pPr/>
              <a:t>16.9.2024.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713980"/>
            <a:ext cx="7132117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>
                <a:solidFill>
                  <a:srgbClr val="474747"/>
                </a:solidFill>
              </a:defRPr>
            </a:lvl1pPr>
            <a:lvl2pPr>
              <a:lnSpc>
                <a:spcPct val="100000"/>
              </a:lnSpc>
              <a:defRPr>
                <a:solidFill>
                  <a:srgbClr val="474747"/>
                </a:solidFill>
              </a:defRPr>
            </a:lvl2pPr>
            <a:lvl3pPr>
              <a:lnSpc>
                <a:spcPct val="100000"/>
              </a:lnSpc>
              <a:defRPr>
                <a:solidFill>
                  <a:srgbClr val="474747"/>
                </a:solidFill>
              </a:defRPr>
            </a:lvl3pPr>
            <a:lvl4pPr>
              <a:lnSpc>
                <a:spcPct val="100000"/>
              </a:lnSpc>
              <a:defRPr>
                <a:solidFill>
                  <a:srgbClr val="474747"/>
                </a:solidFill>
              </a:defRPr>
            </a:lvl4pPr>
            <a:lvl5pPr>
              <a:lnSpc>
                <a:spcPct val="100000"/>
              </a:lnSpc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D51CA1A-225F-4FB1-8C30-C453CDDE0B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04188" y="1695450"/>
            <a:ext cx="3495675" cy="4217988"/>
          </a:xfrm>
          <a:ln>
            <a:solidFill>
              <a:schemeClr val="tx1">
                <a:lumMod val="95000"/>
              </a:scheme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7D823A-034B-45D7-B4AF-163A8E9AB1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pic>
        <p:nvPicPr>
          <p:cNvPr id="11" name="Picture 2" descr="D:\Users\mmatijasevic\ZZT-FER\_Odbor_za_dr_studije\_Dan_doktorata_2017\_2020\dizajnnaslovnice\DIZAJN_1_3_italic_senf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75945" y="0"/>
            <a:ext cx="3716055" cy="26270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397029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770AD-6CCE-40AF-81A0-F4647088DACC}" type="datetime1">
              <a:rPr lang="hr-HR" smtClean="0"/>
              <a:pPr/>
              <a:t>16.9.2024.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839788" y="1713981"/>
            <a:ext cx="10763247" cy="419945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F2D844CB-5A47-4207-9B24-46DA77E04F9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8E20C9C-F54B-4C1E-8505-0D6B7A16B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4E45CF-A711-4D15-91B6-14FEBC310E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4943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B759-CD69-4795-A56D-DA211CEF0CA9}" type="datetime1">
              <a:rPr lang="hr-HR" smtClean="0"/>
              <a:pPr/>
              <a:t>16.9.2024.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ADA9828C-0F09-42F5-8A9C-5073EB0392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104927-4214-4F19-B418-94C203F128C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9787" y="2322761"/>
            <a:ext cx="5256213" cy="3590678"/>
          </a:xfrm>
        </p:spPr>
        <p:txBody>
          <a:bodyPr>
            <a:normAutofit/>
          </a:bodyPr>
          <a:lstStyle>
            <a:lvl1pPr>
              <a:defRPr sz="2400">
                <a:solidFill>
                  <a:srgbClr val="474747"/>
                </a:solidFill>
              </a:defRPr>
            </a:lvl1pPr>
            <a:lvl2pPr>
              <a:defRPr sz="2200">
                <a:solidFill>
                  <a:srgbClr val="474747"/>
                </a:solidFill>
              </a:defRPr>
            </a:lvl2pPr>
            <a:lvl3pPr>
              <a:defRPr sz="2000">
                <a:solidFill>
                  <a:srgbClr val="474747"/>
                </a:solidFill>
              </a:defRPr>
            </a:lvl3pPr>
            <a:lvl4pPr>
              <a:defRPr sz="1800">
                <a:solidFill>
                  <a:srgbClr val="474747"/>
                </a:solidFill>
              </a:defRPr>
            </a:lvl4pPr>
            <a:lvl5pPr>
              <a:defRPr sz="1600"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DBD3EAC-EDFE-41C3-A36E-87A60FD7452E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394451" y="2322759"/>
            <a:ext cx="5204632" cy="3590679"/>
          </a:xfrm>
        </p:spPr>
        <p:txBody>
          <a:bodyPr>
            <a:normAutofit/>
          </a:bodyPr>
          <a:lstStyle>
            <a:lvl1pPr>
              <a:defRPr sz="2400">
                <a:solidFill>
                  <a:srgbClr val="474747"/>
                </a:solidFill>
              </a:defRPr>
            </a:lvl1pPr>
            <a:lvl2pPr>
              <a:defRPr sz="2200">
                <a:solidFill>
                  <a:srgbClr val="474747"/>
                </a:solidFill>
              </a:defRPr>
            </a:lvl2pPr>
            <a:lvl3pPr>
              <a:defRPr sz="2000">
                <a:solidFill>
                  <a:srgbClr val="474747"/>
                </a:solidFill>
              </a:defRPr>
            </a:lvl3pPr>
            <a:lvl4pPr>
              <a:defRPr sz="1800">
                <a:solidFill>
                  <a:srgbClr val="474747"/>
                </a:solidFill>
              </a:defRPr>
            </a:lvl4pPr>
            <a:lvl5pPr>
              <a:defRPr sz="1600"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CEE060-EA2F-4730-8EFD-299C92FC26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5318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66700"/>
            <a:ext cx="107664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65289"/>
            <a:ext cx="5256212" cy="881268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47474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33869"/>
            <a:ext cx="5256212" cy="3279569"/>
          </a:xfrm>
        </p:spPr>
        <p:txBody>
          <a:bodyPr/>
          <a:lstStyle>
            <a:lvl1pPr>
              <a:defRPr sz="2600">
                <a:solidFill>
                  <a:srgbClr val="474747"/>
                </a:solidFill>
              </a:defRPr>
            </a:lvl1pPr>
            <a:lvl2pPr>
              <a:defRPr sz="2400">
                <a:solidFill>
                  <a:srgbClr val="474747"/>
                </a:solidFill>
              </a:defRPr>
            </a:lvl2pPr>
            <a:lvl3pPr>
              <a:defRPr>
                <a:solidFill>
                  <a:srgbClr val="474747"/>
                </a:solidFill>
              </a:defRPr>
            </a:lvl3pPr>
            <a:lvl4pPr>
              <a:defRPr>
                <a:solidFill>
                  <a:srgbClr val="474747"/>
                </a:solidFill>
              </a:defRPr>
            </a:lvl4pPr>
            <a:lvl5pPr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48412" y="1665289"/>
            <a:ext cx="5256212" cy="881268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47474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3544-F369-4EA2-9802-1BA865814296}" type="datetime1">
              <a:rPr lang="hr-HR" smtClean="0"/>
              <a:pPr/>
              <a:t>16.9.2024.</a:t>
            </a:fld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12" name="Footer Placeholder 13">
            <a:extLst>
              <a:ext uri="{FF2B5EF4-FFF2-40B4-BE49-F238E27FC236}">
                <a16:creationId xmlns:a16="http://schemas.microsoft.com/office/drawing/2014/main" id="{17CA7F56-B6DF-4B72-B983-4ABF5EC3765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8125A28-7430-42EE-A541-AD2F86A7E0C5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348412" y="2633868"/>
            <a:ext cx="5256213" cy="3279569"/>
          </a:xfrm>
        </p:spPr>
        <p:txBody>
          <a:bodyPr/>
          <a:lstStyle>
            <a:lvl1pPr>
              <a:defRPr sz="2600">
                <a:solidFill>
                  <a:srgbClr val="474747"/>
                </a:solidFill>
              </a:defRPr>
            </a:lvl1pPr>
            <a:lvl2pPr>
              <a:defRPr sz="2400">
                <a:solidFill>
                  <a:srgbClr val="474747"/>
                </a:solidFill>
              </a:defRPr>
            </a:lvl2pPr>
            <a:lvl3pPr>
              <a:defRPr>
                <a:solidFill>
                  <a:srgbClr val="474747"/>
                </a:solidFill>
              </a:defRPr>
            </a:lvl3pPr>
            <a:lvl4pPr>
              <a:defRPr>
                <a:solidFill>
                  <a:srgbClr val="474747"/>
                </a:solidFill>
              </a:defRPr>
            </a:lvl4pPr>
            <a:lvl5pPr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E76327-F4EA-4207-8A05-31AD4ACBD0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079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3D7D-92CA-452C-B9D0-1DF31E7709A0}" type="datetime1">
              <a:rPr lang="hr-HR" smtClean="0"/>
              <a:pPr/>
              <a:t>16.9.2024.</a:t>
            </a:fld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A079A920-00F3-4EEC-8FD5-4A870161255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5F7369-43B0-450B-97D3-3161061A6C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pic>
        <p:nvPicPr>
          <p:cNvPr id="7" name="Picture 2" descr="D:\Users\mmatijasevic\ZZT-FER\_Odbor_za_dr_studije\_Dan_doktorata_2017\_2020\dizajnnaslovnice\DIZAJN_1_3_italic_senf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75945" y="0"/>
            <a:ext cx="3716055" cy="26270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650018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9665"/>
            <a:ext cx="3932237" cy="105319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4010" y="587376"/>
            <a:ext cx="6172200" cy="5339895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74747"/>
                </a:solidFill>
              </a:defRPr>
            </a:lvl1pPr>
            <a:lvl2pPr>
              <a:defRPr sz="2400">
                <a:solidFill>
                  <a:srgbClr val="474747"/>
                </a:solidFill>
              </a:defRPr>
            </a:lvl2pPr>
            <a:lvl3pPr>
              <a:defRPr sz="2000">
                <a:solidFill>
                  <a:srgbClr val="474747"/>
                </a:solidFill>
              </a:defRPr>
            </a:lvl3pPr>
            <a:lvl4pPr>
              <a:defRPr sz="1800">
                <a:solidFill>
                  <a:srgbClr val="474747"/>
                </a:solidFill>
              </a:defRPr>
            </a:lvl4pPr>
            <a:lvl5pPr>
              <a:defRPr sz="1800">
                <a:solidFill>
                  <a:srgbClr val="474747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812471"/>
            <a:ext cx="3932237" cy="4114799"/>
          </a:xfrm>
        </p:spPr>
        <p:txBody>
          <a:bodyPr/>
          <a:lstStyle>
            <a:lvl1pPr marL="0" indent="0">
              <a:buNone/>
              <a:defRPr sz="1600">
                <a:solidFill>
                  <a:srgbClr val="474747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B184A-8A12-46DC-858F-40BB764B6877}" type="datetime1">
              <a:rPr lang="hr-HR" smtClean="0"/>
              <a:pPr/>
              <a:t>16.9.2024.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57CFA1DC-DF2C-4C4F-8172-9DA3F1D039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4C87DC-AC6E-4A17-8A89-541F29D5E8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2769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5993"/>
            <a:ext cx="3932237" cy="974045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"/>
            <a:ext cx="7008812" cy="60415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79614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474747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7A5E9-C184-4225-B8DD-D288AF17D96D}" type="datetime1">
              <a:rPr lang="hr-HR" smtClean="0"/>
              <a:pPr/>
              <a:t>16.9.2024.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A16F082B-19D2-4D9B-90A3-8B13759846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1C2487-E1A4-490B-ABD3-63931C723A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901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9787" y="657225"/>
            <a:ext cx="10764837" cy="14763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2312988"/>
            <a:ext cx="10764836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0D51C-683D-426D-A5E0-C8962511EF8A}" type="datetime1">
              <a:rPr lang="hr-HR" smtClean="0"/>
              <a:t>16.9.2024.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714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9" name="Rectangle 8"/>
          <p:cNvSpPr/>
          <p:nvPr userDrawn="1"/>
        </p:nvSpPr>
        <p:spPr>
          <a:xfrm>
            <a:off x="1" y="0"/>
            <a:ext cx="152400" cy="34194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394343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49" r:id="rId3"/>
    <p:sldLayoutId id="2147483661" r:id="rId4"/>
    <p:sldLayoutId id="2147483662" r:id="rId5"/>
    <p:sldLayoutId id="2147483678" r:id="rId6"/>
    <p:sldLayoutId id="2147483660" r:id="rId7"/>
    <p:sldLayoutId id="2147483650" r:id="rId8"/>
    <p:sldLayoutId id="2147483704" r:id="rId9"/>
    <p:sldLayoutId id="2147483703" r:id="rId10"/>
    <p:sldLayoutId id="2147483651" r:id="rId11"/>
    <p:sldLayoutId id="2147483652" r:id="rId12"/>
    <p:sldLayoutId id="2147483653" r:id="rId13"/>
    <p:sldLayoutId id="2147483654" r:id="rId14"/>
    <p:sldLayoutId id="2147483656" r:id="rId15"/>
    <p:sldLayoutId id="2147483657" r:id="rId16"/>
    <p:sldLayoutId id="214748369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obert" panose="00000500000000000000" pitchFamily="50" charset="-18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500000000000000" pitchFamily="34" charset="0"/>
        <a:buChar char="•"/>
        <a:defRPr sz="28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2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0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8">
          <p15:clr>
            <a:srgbClr val="F26B43"/>
          </p15:clr>
        </p15:guide>
        <p15:guide id="2" pos="529">
          <p15:clr>
            <a:srgbClr val="F26B43"/>
          </p15:clr>
        </p15:guide>
        <p15:guide id="3" orient="horz" pos="4224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216">
          <p15:clr>
            <a:srgbClr val="F26B43"/>
          </p15:clr>
        </p15:guide>
        <p15:guide id="6" pos="7440">
          <p15:clr>
            <a:srgbClr val="F26B43"/>
          </p15:clr>
        </p15:guide>
        <p15:guide id="7" pos="384">
          <p15:clr>
            <a:srgbClr val="F26B43"/>
          </p15:clr>
        </p15:guide>
        <p15:guide id="8" orient="horz" pos="414">
          <p15:clr>
            <a:srgbClr val="F26B43"/>
          </p15:clr>
        </p15:guide>
        <p15:guide id="9" orient="horz" pos="1344">
          <p15:clr>
            <a:srgbClr val="F26B43"/>
          </p15:clr>
        </p15:guide>
        <p15:guide id="10" orient="horz" pos="1457">
          <p15:clr>
            <a:srgbClr val="F26B43"/>
          </p15:clr>
        </p15:guide>
        <p15:guide id="11" orient="horz" pos="3725">
          <p15:clr>
            <a:srgbClr val="F26B43"/>
          </p15:clr>
        </p15:guide>
        <p15:guide id="12" pos="3931">
          <p15:clr>
            <a:srgbClr val="F26B43"/>
          </p15:clr>
        </p15:guide>
        <p15:guide id="13" pos="7310">
          <p15:clr>
            <a:srgbClr val="F26B43"/>
          </p15:clr>
        </p15:guide>
        <p15:guide id="14" orient="horz" pos="399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9787" y="657225"/>
            <a:ext cx="10764837" cy="14763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2312988"/>
            <a:ext cx="10764836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A20D51C-683D-426D-A5E0-C8962511EF8A}" type="datetime1">
              <a:rPr lang="hr-HR" smtClean="0"/>
              <a:pPr/>
              <a:t>16.9.2024.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714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9" name="Rectangle 8"/>
          <p:cNvSpPr/>
          <p:nvPr userDrawn="1"/>
        </p:nvSpPr>
        <p:spPr>
          <a:xfrm>
            <a:off x="1" y="0"/>
            <a:ext cx="152400" cy="34194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183173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obert" panose="00000500000000000000" pitchFamily="50" charset="-18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500000000000000" pitchFamily="34" charset="0"/>
        <a:buChar char="•"/>
        <a:defRPr sz="2800" kern="1200">
          <a:solidFill>
            <a:srgbClr val="474747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400" kern="1200">
          <a:solidFill>
            <a:srgbClr val="47474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200" kern="1200">
          <a:solidFill>
            <a:srgbClr val="474747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000" kern="1200">
          <a:solidFill>
            <a:srgbClr val="474747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rgbClr val="474747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8">
          <p15:clr>
            <a:srgbClr val="F26B43"/>
          </p15:clr>
        </p15:guide>
        <p15:guide id="2" pos="529">
          <p15:clr>
            <a:srgbClr val="F26B43"/>
          </p15:clr>
        </p15:guide>
        <p15:guide id="3" orient="horz" pos="4224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216">
          <p15:clr>
            <a:srgbClr val="F26B43"/>
          </p15:clr>
        </p15:guide>
        <p15:guide id="6" pos="7440">
          <p15:clr>
            <a:srgbClr val="F26B43"/>
          </p15:clr>
        </p15:guide>
        <p15:guide id="7" pos="384">
          <p15:clr>
            <a:srgbClr val="F26B43"/>
          </p15:clr>
        </p15:guide>
        <p15:guide id="8" orient="horz" pos="414">
          <p15:clr>
            <a:srgbClr val="F26B43"/>
          </p15:clr>
        </p15:guide>
        <p15:guide id="9" orient="horz" pos="1344">
          <p15:clr>
            <a:srgbClr val="F26B43"/>
          </p15:clr>
        </p15:guide>
        <p15:guide id="10" orient="horz" pos="1457">
          <p15:clr>
            <a:srgbClr val="F26B43"/>
          </p15:clr>
        </p15:guide>
        <p15:guide id="11" orient="horz" pos="3725">
          <p15:clr>
            <a:srgbClr val="F26B43"/>
          </p15:clr>
        </p15:guide>
        <p15:guide id="12" pos="3931">
          <p15:clr>
            <a:srgbClr val="F26B43"/>
          </p15:clr>
        </p15:guide>
        <p15:guide id="13" pos="7310">
          <p15:clr>
            <a:srgbClr val="F26B43"/>
          </p15:clr>
        </p15:guide>
        <p15:guide id="14" orient="horz" pos="399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9787" y="657225"/>
            <a:ext cx="10764837" cy="14763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2312988"/>
            <a:ext cx="10764836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A20D51C-683D-426D-A5E0-C8962511EF8A}" type="datetime1">
              <a:rPr lang="hr-HR" smtClean="0"/>
              <a:pPr/>
              <a:t>16.9.2024.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714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9" name="Rectangle 8"/>
          <p:cNvSpPr/>
          <p:nvPr userDrawn="1"/>
        </p:nvSpPr>
        <p:spPr>
          <a:xfrm>
            <a:off x="1" y="0"/>
            <a:ext cx="152400" cy="34194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712242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obert" panose="00000500000000000000" pitchFamily="50" charset="-18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500000000000000" pitchFamily="34" charset="0"/>
        <a:buChar char="•"/>
        <a:defRPr sz="2800" kern="1200">
          <a:solidFill>
            <a:srgbClr val="474747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400" kern="1200">
          <a:solidFill>
            <a:srgbClr val="47474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200" kern="1200">
          <a:solidFill>
            <a:srgbClr val="474747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000" kern="1200">
          <a:solidFill>
            <a:srgbClr val="474747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rgbClr val="474747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8">
          <p15:clr>
            <a:srgbClr val="F26B43"/>
          </p15:clr>
        </p15:guide>
        <p15:guide id="2" pos="529">
          <p15:clr>
            <a:srgbClr val="F26B43"/>
          </p15:clr>
        </p15:guide>
        <p15:guide id="3" orient="horz" pos="4224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216">
          <p15:clr>
            <a:srgbClr val="F26B43"/>
          </p15:clr>
        </p15:guide>
        <p15:guide id="6" pos="7440">
          <p15:clr>
            <a:srgbClr val="F26B43"/>
          </p15:clr>
        </p15:guide>
        <p15:guide id="7" pos="384">
          <p15:clr>
            <a:srgbClr val="F26B43"/>
          </p15:clr>
        </p15:guide>
        <p15:guide id="8" orient="horz" pos="414">
          <p15:clr>
            <a:srgbClr val="F26B43"/>
          </p15:clr>
        </p15:guide>
        <p15:guide id="9" orient="horz" pos="1344">
          <p15:clr>
            <a:srgbClr val="F26B43"/>
          </p15:clr>
        </p15:guide>
        <p15:guide id="10" orient="horz" pos="1457">
          <p15:clr>
            <a:srgbClr val="F26B43"/>
          </p15:clr>
        </p15:guide>
        <p15:guide id="11" orient="horz" pos="3725">
          <p15:clr>
            <a:srgbClr val="F26B43"/>
          </p15:clr>
        </p15:guide>
        <p15:guide id="12" pos="3931">
          <p15:clr>
            <a:srgbClr val="F26B43"/>
          </p15:clr>
        </p15:guide>
        <p15:guide id="13" pos="7310">
          <p15:clr>
            <a:srgbClr val="F26B43"/>
          </p15:clr>
        </p15:guide>
        <p15:guide id="14" orient="horz" pos="39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8CC362-CA30-B04C-B73D-93C630C603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r-HR" sz="4800">
                <a:latin typeface="Arial Nova"/>
              </a:rPr>
              <a:t>Aplikacija za pomoć učenju</a:t>
            </a:r>
            <a:br>
              <a:rPr lang="hr-HR" sz="4800">
                <a:latin typeface="Arial Nova"/>
              </a:rPr>
            </a:br>
            <a:r>
              <a:rPr lang="hr-HR" sz="4800">
                <a:latin typeface="Arial Nova"/>
              </a:rPr>
              <a:t>sviranja klavira</a:t>
            </a:r>
            <a:endParaRPr lang="sr-Latn-RS">
              <a:latin typeface="Arial Nova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0731C7D2-3033-0A4A-9E7F-39B21A7D3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6502"/>
            <a:ext cx="9144000" cy="165576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hr-HR">
                <a:latin typeface="Arial Nova"/>
              </a:rPr>
              <a:t>SVEUČILIŠTE U ZAGREBU</a:t>
            </a:r>
          </a:p>
          <a:p>
            <a:r>
              <a:rPr lang="hr-HR">
                <a:latin typeface="Arial Nova"/>
              </a:rPr>
              <a:t>FAKULTET ELEKTROTEHNIKE I RAČUNARSTVA</a:t>
            </a:r>
          </a:p>
          <a:p>
            <a:r>
              <a:rPr lang="hr-HR">
                <a:latin typeface="Arial Nova"/>
              </a:rPr>
              <a:t>Autorica: Ana Bagić</a:t>
            </a:r>
          </a:p>
          <a:p>
            <a:r>
              <a:rPr lang="hr-HR">
                <a:latin typeface="Arial Nova"/>
              </a:rPr>
              <a:t>Mentor: izv. prof. dr. sc. Marko Čupić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558F3-6C3C-4BBC-AA3F-80258E8F06D5}"/>
              </a:ext>
            </a:extLst>
          </p:cNvPr>
          <p:cNvSpPr txBox="1"/>
          <p:nvPr/>
        </p:nvSpPr>
        <p:spPr>
          <a:xfrm>
            <a:off x="3480619" y="629405"/>
            <a:ext cx="523076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hr-HR" sz="2000">
                <a:solidFill>
                  <a:srgbClr val="474747"/>
                </a:solidFill>
                <a:latin typeface="Arial Nova"/>
              </a:rPr>
              <a:t>DIPLOMSKI RAD br. 675</a:t>
            </a:r>
          </a:p>
          <a:p>
            <a:endParaRPr lang="hr-HR" sz="18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5249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slov 2">
            <a:extLst>
              <a:ext uri="{FF2B5EF4-FFF2-40B4-BE49-F238E27FC236}">
                <a16:creationId xmlns:a16="http://schemas.microsoft.com/office/drawing/2014/main" id="{E687CC10-C248-472D-9EBC-87F272995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>
                <a:latin typeface="Arial Nova"/>
              </a:rPr>
              <a:t>Motivacija - završni rad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5E132D4B-F561-4555-AE87-5D80CCFCDB0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2</a:t>
            </a:fld>
            <a:endParaRPr lang="hr-HR"/>
          </a:p>
        </p:txBody>
      </p:sp>
      <p:pic>
        <p:nvPicPr>
          <p:cNvPr id="5" name="fireonfire">
            <a:hlinkClick r:id="" action="ppaction://media"/>
            <a:extLst>
              <a:ext uri="{FF2B5EF4-FFF2-40B4-BE49-F238E27FC236}">
                <a16:creationId xmlns:a16="http://schemas.microsoft.com/office/drawing/2014/main" id="{0C1A6511-A17A-4DA8-8895-F1620B997DDF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932" end="213572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4835" y="1977584"/>
            <a:ext cx="5273149" cy="2991745"/>
          </a:xfrm>
          <a:prstGeom prst="rect">
            <a:avLst/>
          </a:prstGeom>
        </p:spPr>
      </p:pic>
      <p:sp>
        <p:nvSpPr>
          <p:cNvPr id="8" name="Strelica: desno 7">
            <a:extLst>
              <a:ext uri="{FF2B5EF4-FFF2-40B4-BE49-F238E27FC236}">
                <a16:creationId xmlns:a16="http://schemas.microsoft.com/office/drawing/2014/main" id="{93D255A8-5059-DF5D-3583-D65CB312970E}"/>
              </a:ext>
            </a:extLst>
          </p:cNvPr>
          <p:cNvSpPr/>
          <p:nvPr/>
        </p:nvSpPr>
        <p:spPr>
          <a:xfrm>
            <a:off x="6470049" y="3078891"/>
            <a:ext cx="1029729" cy="792891"/>
          </a:xfrm>
          <a:prstGeom prst="rightArrow">
            <a:avLst/>
          </a:prstGeom>
          <a:solidFill>
            <a:srgbClr val="2C3E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10" name="Picture 5" descr="A picture containing timeline&#10;&#10;Description automatically generated">
            <a:extLst>
              <a:ext uri="{FF2B5EF4-FFF2-40B4-BE49-F238E27FC236}">
                <a16:creationId xmlns:a16="http://schemas.microsoft.com/office/drawing/2014/main" id="{129434CC-4D50-E30B-D264-3D29660242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6"/>
          <a:stretch/>
        </p:blipFill>
        <p:spPr>
          <a:xfrm>
            <a:off x="7849104" y="381001"/>
            <a:ext cx="3748877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10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30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BA881AF-3A3F-27A0-DB52-716560C4D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>
                <a:latin typeface="Arial Nova"/>
              </a:rPr>
              <a:t>Opis problema</a:t>
            </a:r>
          </a:p>
        </p:txBody>
      </p:sp>
      <p:sp>
        <p:nvSpPr>
          <p:cNvPr id="3" name="Rezervirano mjesto broja slajda 2">
            <a:extLst>
              <a:ext uri="{FF2B5EF4-FFF2-40B4-BE49-F238E27FC236}">
                <a16:creationId xmlns:a16="http://schemas.microsoft.com/office/drawing/2014/main" id="{75D3E969-50FC-408E-7CDF-BB2702302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3</a:t>
            </a:fld>
            <a:endParaRPr lang="hr-HR"/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3B04E2F4-D673-EC17-ECEC-B2AB6E4C642F}"/>
              </a:ext>
            </a:extLst>
          </p:cNvPr>
          <p:cNvSpPr txBox="1"/>
          <p:nvPr/>
        </p:nvSpPr>
        <p:spPr>
          <a:xfrm>
            <a:off x="837037" y="2351377"/>
            <a:ext cx="5202491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r-HR" sz="2000" dirty="0">
                <a:solidFill>
                  <a:srgbClr val="474747"/>
                </a:solidFill>
                <a:latin typeface="Arial Nova"/>
                <a:ea typeface="Calibri"/>
                <a:cs typeface="Calibri"/>
              </a:rPr>
              <a:t>Pomoć pri učenju sviranja skladbe </a:t>
            </a:r>
          </a:p>
          <a:p>
            <a:pPr marL="742950" lvl="1" indent="-285750">
              <a:buFont typeface="Arial"/>
              <a:buChar char="•"/>
            </a:pPr>
            <a:r>
              <a:rPr lang="hr-HR" sz="2000" dirty="0">
                <a:solidFill>
                  <a:srgbClr val="474747"/>
                </a:solidFill>
                <a:latin typeface="Arial Nova"/>
                <a:ea typeface="Calibri"/>
                <a:cs typeface="Calibri"/>
              </a:rPr>
              <a:t>Prikaz alternativnih zapisa glazbe</a:t>
            </a:r>
          </a:p>
          <a:p>
            <a:pPr marL="742950" lvl="1" indent="-285750">
              <a:buFont typeface="Arial"/>
              <a:buChar char="•"/>
            </a:pPr>
            <a:r>
              <a:rPr lang="hr-HR" sz="2000" dirty="0">
                <a:solidFill>
                  <a:srgbClr val="474747"/>
                </a:solidFill>
                <a:latin typeface="Arial Nova"/>
                <a:ea typeface="Calibri"/>
                <a:cs typeface="Calibri"/>
              </a:rPr>
              <a:t>Praćenje pritisaka tipki klavira</a:t>
            </a:r>
          </a:p>
          <a:p>
            <a:pPr marL="742950" lvl="1" indent="-285750">
              <a:buFont typeface="Arial"/>
              <a:buChar char="•"/>
            </a:pPr>
            <a:r>
              <a:rPr lang="hr-HR" sz="2000" dirty="0">
                <a:solidFill>
                  <a:srgbClr val="474747"/>
                </a:solidFill>
                <a:latin typeface="Arial Nova"/>
                <a:ea typeface="Calibri"/>
                <a:cs typeface="Calibri"/>
              </a:rPr>
              <a:t>Povratna informacija o uspješnosti sviranja</a:t>
            </a:r>
          </a:p>
          <a:p>
            <a:pPr marL="285750" indent="-285750">
              <a:buFont typeface="Arial"/>
              <a:buChar char="•"/>
            </a:pPr>
            <a:endParaRPr lang="hr-HR" sz="2000" dirty="0">
              <a:solidFill>
                <a:srgbClr val="474747"/>
              </a:solidFill>
              <a:latin typeface="Arial Nova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hr-HR" sz="2000" dirty="0">
                <a:solidFill>
                  <a:srgbClr val="474747"/>
                </a:solidFill>
                <a:latin typeface="Arial Nova"/>
                <a:ea typeface="Calibri"/>
                <a:cs typeface="Calibri"/>
              </a:rPr>
              <a:t>Slične aplikacije: </a:t>
            </a:r>
            <a:r>
              <a:rPr lang="hr-HR" sz="2000" err="1">
                <a:solidFill>
                  <a:srgbClr val="474747"/>
                </a:solidFill>
                <a:latin typeface="Arial Nova"/>
                <a:ea typeface="Calibri"/>
                <a:cs typeface="Calibri"/>
              </a:rPr>
              <a:t>Synthesia</a:t>
            </a:r>
            <a:r>
              <a:rPr lang="hr-HR" sz="2000" dirty="0">
                <a:solidFill>
                  <a:srgbClr val="474747"/>
                </a:solidFill>
                <a:latin typeface="Arial Nova"/>
                <a:ea typeface="Calibri"/>
                <a:cs typeface="Calibri"/>
              </a:rPr>
              <a:t>, </a:t>
            </a:r>
            <a:r>
              <a:rPr lang="hr-HR" sz="2000" err="1">
                <a:solidFill>
                  <a:srgbClr val="474747"/>
                </a:solidFill>
                <a:latin typeface="Arial Nova"/>
                <a:ea typeface="Calibri"/>
                <a:cs typeface="Calibri"/>
              </a:rPr>
              <a:t>Simply</a:t>
            </a:r>
            <a:r>
              <a:rPr lang="hr-HR" sz="2000" dirty="0">
                <a:solidFill>
                  <a:srgbClr val="474747"/>
                </a:solidFill>
                <a:latin typeface="Arial Nova"/>
                <a:ea typeface="Calibri"/>
                <a:cs typeface="Calibri"/>
              </a:rPr>
              <a:t> Piano, </a:t>
            </a:r>
            <a:r>
              <a:rPr lang="hr-HR" sz="2000" err="1">
                <a:solidFill>
                  <a:srgbClr val="474747"/>
                </a:solidFill>
                <a:latin typeface="Arial Nova"/>
                <a:ea typeface="Calibri"/>
                <a:cs typeface="Calibri"/>
              </a:rPr>
              <a:t>Flowkey</a:t>
            </a:r>
            <a:endParaRPr lang="hr-HR" sz="2000">
              <a:solidFill>
                <a:srgbClr val="474747"/>
              </a:solidFill>
              <a:latin typeface="Roobert"/>
              <a:ea typeface="Calibri"/>
              <a:cs typeface="Calibri"/>
            </a:endParaRPr>
          </a:p>
        </p:txBody>
      </p:sp>
      <p:pic>
        <p:nvPicPr>
          <p:cNvPr id="6" name="Slika 5" descr="Slika na kojoj se prikazuje tekst, klavir, snimka zaslona, glazba&#10;&#10;Opis je automatski generiran">
            <a:extLst>
              <a:ext uri="{FF2B5EF4-FFF2-40B4-BE49-F238E27FC236}">
                <a16:creationId xmlns:a16="http://schemas.microsoft.com/office/drawing/2014/main" id="{3E543922-A421-17B6-E6E1-5F233CC3E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619" y="324998"/>
            <a:ext cx="3778786" cy="2930487"/>
          </a:xfrm>
          <a:prstGeom prst="rect">
            <a:avLst/>
          </a:prstGeom>
        </p:spPr>
      </p:pic>
      <p:pic>
        <p:nvPicPr>
          <p:cNvPr id="7" name="Slika 6" descr="Slika na kojoj se prikazuje klavir, glazbeni instrument, glazbena klavijatura, tekst&#10;&#10;Opis je automatski generiran">
            <a:extLst>
              <a:ext uri="{FF2B5EF4-FFF2-40B4-BE49-F238E27FC236}">
                <a16:creationId xmlns:a16="http://schemas.microsoft.com/office/drawing/2014/main" id="{978F6498-B77E-DA5C-272C-6690EA4EA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831" y="3433590"/>
            <a:ext cx="4764795" cy="293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10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86AD9B-E494-4D71-AEE2-683492A97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>
                <a:latin typeface="Arial Nova"/>
              </a:rPr>
              <a:t>Korištene tehnologije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A4AB7-4814-4EF0-A2C1-06678CBB30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4</a:t>
            </a:fld>
            <a:endParaRPr lang="hr-H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EE85E6-3B2F-433D-8725-35A154EF1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536" y="1763016"/>
            <a:ext cx="3767439" cy="949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JavaFX - Wikipedia">
            <a:extLst>
              <a:ext uri="{FF2B5EF4-FFF2-40B4-BE49-F238E27FC236}">
                <a16:creationId xmlns:a16="http://schemas.microsoft.com/office/drawing/2014/main" id="{5089FF6E-42C1-4E88-85FC-9707A5432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221" y="1241478"/>
            <a:ext cx="3505578" cy="147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Slika 1" descr="Slika na kojoj se prikazuje tekst, grafika, Font, logotip&#10;&#10;Opis je automatski generiran">
            <a:extLst>
              <a:ext uri="{FF2B5EF4-FFF2-40B4-BE49-F238E27FC236}">
                <a16:creationId xmlns:a16="http://schemas.microsoft.com/office/drawing/2014/main" id="{1E75EF4E-EA86-7324-75C9-242B32E39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446" y="4247014"/>
            <a:ext cx="6096000" cy="1779200"/>
          </a:xfrm>
          <a:prstGeom prst="rect">
            <a:avLst/>
          </a:prstGeom>
        </p:spPr>
      </p:pic>
      <p:pic>
        <p:nvPicPr>
          <p:cNvPr id="5" name="Grafika 4">
            <a:extLst>
              <a:ext uri="{FF2B5EF4-FFF2-40B4-BE49-F238E27FC236}">
                <a16:creationId xmlns:a16="http://schemas.microsoft.com/office/drawing/2014/main" id="{D4D46BC3-4CB0-D67D-30BC-E2412AD6A3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8102" y="2834924"/>
            <a:ext cx="3773278" cy="1754621"/>
          </a:xfrm>
          <a:prstGeom prst="rect">
            <a:avLst/>
          </a:prstGeom>
        </p:spPr>
      </p:pic>
      <p:pic>
        <p:nvPicPr>
          <p:cNvPr id="6" name="Slika 5" descr="Slika na kojoj se prikazuje tekst, Font, grafika, logotip&#10;&#10;Opis je automatski generiran">
            <a:extLst>
              <a:ext uri="{FF2B5EF4-FFF2-40B4-BE49-F238E27FC236}">
                <a16:creationId xmlns:a16="http://schemas.microsoft.com/office/drawing/2014/main" id="{42DB6BE7-1499-D049-D41A-4C6923346D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451" y="4474237"/>
            <a:ext cx="4032517" cy="130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083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0CB9E61-D3C1-4517-BD1D-5FF6940EFB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hr-HR" dirty="0">
                <a:latin typeface="Arial Nova"/>
              </a:rPr>
              <a:t>Music </a:t>
            </a:r>
            <a:r>
              <a:rPr lang="hr-HR" dirty="0" err="1">
                <a:latin typeface="Arial Nova"/>
              </a:rPr>
              <a:t>Extensible</a:t>
            </a:r>
            <a:r>
              <a:rPr lang="hr-HR" dirty="0">
                <a:latin typeface="Arial Nova"/>
              </a:rPr>
              <a:t> </a:t>
            </a:r>
            <a:r>
              <a:rPr lang="hr-HR" dirty="0" err="1">
                <a:latin typeface="Arial Nova"/>
              </a:rPr>
              <a:t>Markup</a:t>
            </a:r>
            <a:r>
              <a:rPr lang="hr-HR" dirty="0">
                <a:latin typeface="Arial Nova"/>
              </a:rPr>
              <a:t> </a:t>
            </a:r>
            <a:r>
              <a:rPr lang="hr-HR" dirty="0" err="1">
                <a:latin typeface="Arial Nova"/>
              </a:rPr>
              <a:t>Language</a:t>
            </a:r>
          </a:p>
          <a:p>
            <a:pPr marL="342900" indent="-342900">
              <a:buFont typeface="Arial"/>
              <a:buChar char="•"/>
            </a:pPr>
            <a:r>
              <a:rPr lang="hr-HR" dirty="0">
                <a:latin typeface="Arial Nova"/>
              </a:rPr>
              <a:t>Reprezentacija notnog zapisa, razumiju računala i ljudi</a:t>
            </a:r>
          </a:p>
          <a:p>
            <a:pPr marL="342900" indent="-342900">
              <a:buFont typeface="Arial"/>
              <a:buChar char="•"/>
            </a:pPr>
            <a:r>
              <a:rPr lang="hr-HR" dirty="0">
                <a:latin typeface="Arial Nova"/>
              </a:rPr>
              <a:t>Izrada, reprodukcija, dijeljenje glazbe</a:t>
            </a:r>
          </a:p>
          <a:p>
            <a:pPr marL="342900" indent="-342900">
              <a:buFont typeface="Arial"/>
              <a:buChar char="•"/>
            </a:pPr>
            <a:r>
              <a:rPr lang="hr-HR" dirty="0" err="1">
                <a:latin typeface="Arial Nova"/>
              </a:rPr>
              <a:t>Deserijalizacija</a:t>
            </a:r>
            <a:r>
              <a:rPr lang="hr-HR" dirty="0">
                <a:latin typeface="Arial Nova"/>
              </a:rPr>
              <a:t> - </a:t>
            </a:r>
            <a:r>
              <a:rPr lang="hr-HR" dirty="0" err="1">
                <a:latin typeface="Arial Nova"/>
              </a:rPr>
              <a:t>ProxyMusic</a:t>
            </a:r>
            <a:endParaRPr lang="hr-HR">
              <a:latin typeface="Arial Nova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E3E529-7EB7-4789-A002-4BAFE1AD1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err="1">
                <a:latin typeface="Arial Nova"/>
              </a:rPr>
              <a:t>MusicXML</a:t>
            </a:r>
            <a:r>
              <a:rPr lang="hr-HR">
                <a:latin typeface="Arial Nova"/>
              </a:rPr>
              <a:t> format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E82CC-F1D0-45E9-8B01-00F2EDC9AF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5</a:t>
            </a:fld>
            <a:endParaRPr lang="hr-H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08F33D2-E6D4-406F-8B5D-6873D7B75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458" y="4139381"/>
            <a:ext cx="3463797" cy="1795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Slika 4" descr="Slika na kojoj se prikazuje tekst, snimka zaslona, Font, izbornik&#10;&#10;Opis je automatski generiran">
            <a:extLst>
              <a:ext uri="{FF2B5EF4-FFF2-40B4-BE49-F238E27FC236}">
                <a16:creationId xmlns:a16="http://schemas.microsoft.com/office/drawing/2014/main" id="{ADE3374F-97B5-31DC-0681-03B719522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26" y="195180"/>
            <a:ext cx="3449739" cy="646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233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dnaslov 1">
            <a:extLst>
              <a:ext uri="{FF2B5EF4-FFF2-40B4-BE49-F238E27FC236}">
                <a16:creationId xmlns:a16="http://schemas.microsoft.com/office/drawing/2014/main" id="{E24F9C7C-505B-DC83-9F2F-712310F1B8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hr-HR" dirty="0" err="1">
                <a:latin typeface="Arial Nova"/>
              </a:rPr>
              <a:t>Musical</a:t>
            </a:r>
            <a:r>
              <a:rPr lang="hr-HR" dirty="0">
                <a:latin typeface="Arial Nova"/>
              </a:rPr>
              <a:t> Instrument Digital Interface, 1980-ih</a:t>
            </a: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Komunikacija između instrumenata i računala</a:t>
            </a: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Prijenos digitalnih informacija, ne zvuka</a:t>
            </a: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Java </a:t>
            </a:r>
            <a:r>
              <a:rPr lang="hr-HR" dirty="0" err="1">
                <a:latin typeface="Arial Nova"/>
              </a:rPr>
              <a:t>nativno</a:t>
            </a:r>
            <a:r>
              <a:rPr lang="hr-HR" dirty="0">
                <a:latin typeface="Arial Nova"/>
              </a:rPr>
              <a:t> podržava</a:t>
            </a:r>
          </a:p>
          <a:p>
            <a:pPr marL="342900" indent="-342900">
              <a:buChar char="•"/>
            </a:pPr>
            <a:endParaRPr lang="hr-HR" dirty="0">
              <a:latin typeface="Arial Nova"/>
            </a:endParaRPr>
          </a:p>
        </p:txBody>
      </p:sp>
      <p:sp>
        <p:nvSpPr>
          <p:cNvPr id="3" name="Naslov 2">
            <a:extLst>
              <a:ext uri="{FF2B5EF4-FFF2-40B4-BE49-F238E27FC236}">
                <a16:creationId xmlns:a16="http://schemas.microsoft.com/office/drawing/2014/main" id="{04DEE9CD-6992-BD57-631A-3CC1669F7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MIDI protokol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E773E535-5DA2-E83E-0F5A-2A21134EE9C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6</a:t>
            </a:fld>
            <a:endParaRPr lang="hr-HR"/>
          </a:p>
        </p:txBody>
      </p:sp>
      <p:pic>
        <p:nvPicPr>
          <p:cNvPr id="5" name="Slika 4" descr="Slika na kojoj se prikazuje elektronika, strujne utičnice i priključci, kabel, dizalica&#10;&#10;Opis je automatski generiran">
            <a:extLst>
              <a:ext uri="{FF2B5EF4-FFF2-40B4-BE49-F238E27FC236}">
                <a16:creationId xmlns:a16="http://schemas.microsoft.com/office/drawing/2014/main" id="{7C9A2AD0-8E10-DAF3-6987-5B4FF57FC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249" y="3553111"/>
            <a:ext cx="6573740" cy="260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121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dnaslov 1">
            <a:extLst>
              <a:ext uri="{FF2B5EF4-FFF2-40B4-BE49-F238E27FC236}">
                <a16:creationId xmlns:a16="http://schemas.microsoft.com/office/drawing/2014/main" id="{0B1FDE5A-B27E-D16E-737C-C74DCBD47F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Standard Music Font </a:t>
            </a:r>
            <a:r>
              <a:rPr lang="hr-HR" err="1">
                <a:latin typeface="Arial Nova"/>
              </a:rPr>
              <a:t>Layout</a:t>
            </a:r>
            <a:endParaRPr lang="hr-HR">
              <a:latin typeface="Arial Nova"/>
            </a:endParaRP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Mapiranje glazbenih simbola unutar </a:t>
            </a:r>
            <a:r>
              <a:rPr lang="hr-HR" dirty="0" err="1">
                <a:latin typeface="Arial Nova"/>
              </a:rPr>
              <a:t>Unicode</a:t>
            </a:r>
            <a:r>
              <a:rPr lang="hr-HR" dirty="0">
                <a:latin typeface="Arial Nova"/>
              </a:rPr>
              <a:t> standarda</a:t>
            </a: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Kompatibilnost između fontova i aplikacija</a:t>
            </a: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Implementacija Bravura font</a:t>
            </a: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Ligature – vertikalno pozicioniranje</a:t>
            </a:r>
          </a:p>
        </p:txBody>
      </p:sp>
      <p:sp>
        <p:nvSpPr>
          <p:cNvPr id="3" name="Naslov 2">
            <a:extLst>
              <a:ext uri="{FF2B5EF4-FFF2-40B4-BE49-F238E27FC236}">
                <a16:creationId xmlns:a16="http://schemas.microsoft.com/office/drawing/2014/main" id="{5B4E2830-52FE-7C7D-A335-F782F5096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>
                <a:latin typeface="Arial Nova"/>
              </a:rPr>
              <a:t>SMuFL</a:t>
            </a:r>
            <a:r>
              <a:rPr lang="hr-HR" dirty="0">
                <a:latin typeface="Arial Nova"/>
              </a:rPr>
              <a:t> specifikacija i Bravura font</a:t>
            </a:r>
            <a:endParaRPr lang="hr-HR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8654E2F6-F3EB-A720-4EEA-E849D4C59C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7</a:t>
            </a:fld>
            <a:endParaRPr lang="hr-HR"/>
          </a:p>
        </p:txBody>
      </p:sp>
      <p:pic>
        <p:nvPicPr>
          <p:cNvPr id="5" name="Slika 4" descr="Slika na kojoj se prikazuje Font, skeč, grafika, ukrasni isječci&#10;&#10;Opis je automatski generiran">
            <a:extLst>
              <a:ext uri="{FF2B5EF4-FFF2-40B4-BE49-F238E27FC236}">
                <a16:creationId xmlns:a16="http://schemas.microsoft.com/office/drawing/2014/main" id="{3FB3F9C6-98DB-7F8C-B7A0-76168BC4C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743" y="1965822"/>
            <a:ext cx="4033091" cy="2926355"/>
          </a:xfrm>
          <a:prstGeom prst="rect">
            <a:avLst/>
          </a:prstGeom>
        </p:spPr>
      </p:pic>
      <p:pic>
        <p:nvPicPr>
          <p:cNvPr id="6" name="Slika 5" descr="Slika na kojoj se prikazuje tekst, Font, snimka zaslona, bijelo&#10;&#10;Opis je automatski generiran">
            <a:extLst>
              <a:ext uri="{FF2B5EF4-FFF2-40B4-BE49-F238E27FC236}">
                <a16:creationId xmlns:a16="http://schemas.microsoft.com/office/drawing/2014/main" id="{D656BBAA-15AA-0934-151B-4EA3D30BB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09" y="5091935"/>
            <a:ext cx="11677879" cy="57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158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CEDFF46-600D-4EF7-968C-468034924F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hr-HR" dirty="0">
                <a:latin typeface="Arial Nova"/>
              </a:rPr>
              <a:t>MVC – Model-</a:t>
            </a:r>
            <a:r>
              <a:rPr lang="hr-HR" err="1">
                <a:latin typeface="Arial Nova"/>
              </a:rPr>
              <a:t>View</a:t>
            </a:r>
            <a:r>
              <a:rPr lang="hr-HR" dirty="0">
                <a:latin typeface="Arial Nova"/>
              </a:rPr>
              <a:t>-</a:t>
            </a:r>
            <a:r>
              <a:rPr lang="hr-HR" err="1">
                <a:latin typeface="Arial Nova"/>
              </a:rPr>
              <a:t>Controller</a:t>
            </a:r>
            <a:r>
              <a:rPr lang="hr-HR" dirty="0">
                <a:latin typeface="Arial Nova"/>
              </a:rPr>
              <a:t> obrazac</a:t>
            </a:r>
          </a:p>
          <a:p>
            <a:pPr marL="457200" indent="-457200">
              <a:buChar char="•"/>
            </a:pPr>
            <a:r>
              <a:rPr lang="hr-HR" dirty="0">
                <a:latin typeface="Arial Nova"/>
              </a:rPr>
              <a:t>Prikaz po zaslonima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A74229-1B36-4B6D-BFCC-8ADE2AF6D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Implementacija programa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EE2AE-36E8-4213-9FD4-D9C82909DE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73790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AAC377-2BCA-4FD2-9152-F64365D15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Početni zaslon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DEBD7-4F59-444D-A515-DACB7E68C97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9</a:t>
            </a:fld>
            <a:endParaRPr lang="hr-HR"/>
          </a:p>
        </p:txBody>
      </p:sp>
      <p:pic>
        <p:nvPicPr>
          <p:cNvPr id="5" name="Slika 4" descr="Slika na kojoj se prikazuje tekst, snimka zaslona, Font, grafika&#10;&#10;Opis je automatski generiran">
            <a:extLst>
              <a:ext uri="{FF2B5EF4-FFF2-40B4-BE49-F238E27FC236}">
                <a16:creationId xmlns:a16="http://schemas.microsoft.com/office/drawing/2014/main" id="{ADC3416F-2E39-E52D-34A1-6CB50C4E6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211" y="1507182"/>
            <a:ext cx="8676104" cy="485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007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99CDC80-4CD3-4DCD-BADC-533540987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744" y="1977528"/>
            <a:ext cx="10269585" cy="14571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hr-HR" dirty="0">
                <a:latin typeface="Arial Nova"/>
              </a:rPr>
              <a:t>Datotečni izbornik  - nastavci .</a:t>
            </a:r>
            <a:r>
              <a:rPr lang="hr-HR" dirty="0" err="1">
                <a:latin typeface="Arial Nova"/>
              </a:rPr>
              <a:t>xml</a:t>
            </a:r>
            <a:r>
              <a:rPr lang="hr-HR" dirty="0">
                <a:latin typeface="Arial Nova"/>
              </a:rPr>
              <a:t> i .</a:t>
            </a:r>
            <a:r>
              <a:rPr lang="hr-HR" dirty="0" err="1">
                <a:latin typeface="Arial Nova"/>
              </a:rPr>
              <a:t>musicxml</a:t>
            </a:r>
          </a:p>
          <a:p>
            <a:pPr marL="342900" indent="-342900">
              <a:buFont typeface="Arial"/>
              <a:buChar char="•"/>
            </a:pPr>
            <a:r>
              <a:rPr lang="hr-HR" dirty="0">
                <a:latin typeface="Arial Nova"/>
              </a:rPr>
              <a:t>Strelica za povratak na prethodni zaslon</a:t>
            </a:r>
          </a:p>
          <a:p>
            <a:pPr marL="342900" indent="-342900">
              <a:buFont typeface="Arial"/>
              <a:buChar char="•"/>
            </a:pPr>
            <a:endParaRPr lang="hr-H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7AC4A6-8435-48C1-BFDC-3A3D01D27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Odabir pjesme s računala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95FD0-24C8-4E27-92FE-90CF6B32B2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10</a:t>
            </a:fld>
            <a:endParaRPr lang="hr-HR"/>
          </a:p>
        </p:txBody>
      </p:sp>
      <p:pic>
        <p:nvPicPr>
          <p:cNvPr id="5" name="Slika 4" descr="Slika na kojoj se prikazuje tekst, snimka zaslona, Font, softver&#10;&#10;Opis je automatski generiran">
            <a:extLst>
              <a:ext uri="{FF2B5EF4-FFF2-40B4-BE49-F238E27FC236}">
                <a16:creationId xmlns:a16="http://schemas.microsoft.com/office/drawing/2014/main" id="{D368420A-E589-5040-1CB5-E8FFAAAFD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04" y="3080401"/>
            <a:ext cx="5177928" cy="2946476"/>
          </a:xfrm>
          <a:prstGeom prst="rect">
            <a:avLst/>
          </a:prstGeom>
        </p:spPr>
      </p:pic>
      <p:pic>
        <p:nvPicPr>
          <p:cNvPr id="7" name="Slika 6" descr="Slika na kojoj se prikazuje tekst, snimka zaslona, Font, softver&#10;&#10;Opis je automatski generiran">
            <a:extLst>
              <a:ext uri="{FF2B5EF4-FFF2-40B4-BE49-F238E27FC236}">
                <a16:creationId xmlns:a16="http://schemas.microsoft.com/office/drawing/2014/main" id="{F77E29B3-2568-BFE7-42DC-DFB23AC65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891" y="3080401"/>
            <a:ext cx="5040216" cy="293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16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1456A70-0EDA-42E9-8F65-C8B4D3E85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711287"/>
            <a:ext cx="4257035" cy="33797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Pogreške</a:t>
            </a:r>
          </a:p>
          <a:p>
            <a:pPr marL="800100" lvl="1" indent="-342900" algn="l">
              <a:buChar char="•"/>
            </a:pPr>
            <a:r>
              <a:rPr lang="hr-HR" dirty="0">
                <a:latin typeface="Arial Nova"/>
              </a:rPr>
              <a:t>Datoteka nije </a:t>
            </a:r>
            <a:r>
              <a:rPr lang="hr-HR" err="1">
                <a:latin typeface="Arial Nova"/>
              </a:rPr>
              <a:t>MusicXML</a:t>
            </a:r>
            <a:r>
              <a:rPr lang="hr-HR" dirty="0">
                <a:latin typeface="Arial Nova"/>
              </a:rPr>
              <a:t> ili korijenski element nije &lt;</a:t>
            </a:r>
            <a:r>
              <a:rPr lang="hr-HR" err="1">
                <a:latin typeface="Arial Nova"/>
              </a:rPr>
              <a:t>score-partwise</a:t>
            </a:r>
            <a:r>
              <a:rPr lang="hr-HR" dirty="0">
                <a:latin typeface="Arial Nova"/>
              </a:rPr>
              <a:t>&gt;</a:t>
            </a:r>
          </a:p>
          <a:p>
            <a:pPr marL="800100" lvl="1" indent="-342900" algn="l">
              <a:buChar char="•"/>
            </a:pPr>
            <a:endParaRPr lang="hr-HR" dirty="0">
              <a:latin typeface="Arial Nova"/>
            </a:endParaRPr>
          </a:p>
          <a:p>
            <a:pPr marL="800100" lvl="1" indent="-342900" algn="l">
              <a:buChar char="•"/>
            </a:pPr>
            <a:r>
              <a:rPr lang="hr-HR" dirty="0">
                <a:latin typeface="Arial Nova"/>
              </a:rPr>
              <a:t>Datoteka ne sadrži dio za klavir</a:t>
            </a:r>
          </a:p>
          <a:p>
            <a:pPr marL="800100" lvl="1" indent="-342900" algn="l">
              <a:buChar char="•"/>
            </a:pPr>
            <a:endParaRPr lang="hr-HR" dirty="0">
              <a:latin typeface="Arial Nova"/>
            </a:endParaRPr>
          </a:p>
          <a:p>
            <a:pPr marL="800100" lvl="1" indent="-342900" algn="l">
              <a:buChar char="•"/>
            </a:pPr>
            <a:r>
              <a:rPr lang="hr-HR" dirty="0">
                <a:latin typeface="Arial Nova"/>
              </a:rPr>
              <a:t>Broj crtovlja je veći od dva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7E13E9-329C-48AC-8222-27CBB6248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Nepodržani formati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A5565-2490-464B-A168-C9D26C457BF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11</a:t>
            </a:fld>
            <a:endParaRPr lang="hr-HR"/>
          </a:p>
        </p:txBody>
      </p:sp>
      <p:pic>
        <p:nvPicPr>
          <p:cNvPr id="5" name="Slika 4" descr="Slika na kojoj se prikazuje tekst, snimka zaslona, Font, softver&#10;&#10;Opis je automatski generiran">
            <a:extLst>
              <a:ext uri="{FF2B5EF4-FFF2-40B4-BE49-F238E27FC236}">
                <a16:creationId xmlns:a16="http://schemas.microsoft.com/office/drawing/2014/main" id="{0BCDFCAF-D2AD-6D3D-06A1-6C90FCD7D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096" y="2676449"/>
            <a:ext cx="6573397" cy="3690113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6085D516-B9B2-3A63-0DF5-26A0A7175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2734" y="1832817"/>
            <a:ext cx="5904122" cy="60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73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C599893-E27C-4050-96F5-1C8A996F0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3135175" cy="22597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Tri klasične i tri moderne skladbe</a:t>
            </a: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Različitih težina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1EE6F6-3D52-480A-9D0B-9F3C3BA6E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Odabir pjesme iz knjižnice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B60D1-4A85-4898-A539-0C01421009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12</a:t>
            </a:fld>
            <a:endParaRPr lang="hr-HR"/>
          </a:p>
        </p:txBody>
      </p:sp>
      <p:pic>
        <p:nvPicPr>
          <p:cNvPr id="5" name="Slika 4" descr="Slika na kojoj se prikazuje tekst, snimka zaslona, softver, Oglašavanje na internetu&#10;&#10;Opis je automatski generiran">
            <a:extLst>
              <a:ext uri="{FF2B5EF4-FFF2-40B4-BE49-F238E27FC236}">
                <a16:creationId xmlns:a16="http://schemas.microsoft.com/office/drawing/2014/main" id="{6536EE01-02A0-B93A-93AA-819039684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870" y="1787692"/>
            <a:ext cx="7954209" cy="456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969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544EC36-E1C4-4E0C-B44B-F7D28B123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709958"/>
            <a:ext cx="7075517" cy="22597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Zadani odabir – posljednji s liste</a:t>
            </a:r>
            <a:endParaRPr lang="sr-Latn-RS"/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Nisu sve klavijature opsega koncertnog klavira (A0 – C8)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C9B49B-F52B-41A2-A86E-22DF43F2D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Postavke klavijature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4A617-8D54-4AE0-9391-C303F404EE9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13</a:t>
            </a:fld>
            <a:endParaRPr lang="hr-HR"/>
          </a:p>
        </p:txBody>
      </p:sp>
      <p:pic>
        <p:nvPicPr>
          <p:cNvPr id="5" name="Slika 4" descr="Slika na kojoj se prikazuje tekst, klavir, snimka zaslona, glazbena klavijatura&#10;&#10;Opis je automatski generiran">
            <a:extLst>
              <a:ext uri="{FF2B5EF4-FFF2-40B4-BE49-F238E27FC236}">
                <a16:creationId xmlns:a16="http://schemas.microsoft.com/office/drawing/2014/main" id="{E85BADE1-483E-E4B2-E42D-A83458EA9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34" y="2686269"/>
            <a:ext cx="5534527" cy="3151771"/>
          </a:xfrm>
          <a:prstGeom prst="rect">
            <a:avLst/>
          </a:prstGeom>
        </p:spPr>
      </p:pic>
      <p:pic>
        <p:nvPicPr>
          <p:cNvPr id="7" name="Slika 6" descr="Slika na kojoj se prikazuje tekst, klavir, snimka zaslona, glazbena klavijatura&#10;&#10;Opis je automatski generiran">
            <a:extLst>
              <a:ext uri="{FF2B5EF4-FFF2-40B4-BE49-F238E27FC236}">
                <a16:creationId xmlns:a16="http://schemas.microsoft.com/office/drawing/2014/main" id="{387F2299-8996-958F-7DBE-62B449B3A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677" y="2689627"/>
            <a:ext cx="5407743" cy="315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779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5603CF1-628B-430C-8EC9-994077C67D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hr-HR" dirty="0"/>
              <a:t>Lista informacija svih dostupnih MIDI uređaja</a:t>
            </a:r>
          </a:p>
          <a:p>
            <a:pPr marL="342900" indent="-342900">
              <a:buChar char="•"/>
            </a:pPr>
            <a:endParaRPr lang="hr-HR" dirty="0"/>
          </a:p>
          <a:p>
            <a:pPr marL="342900" indent="-342900">
              <a:buChar char="•"/>
            </a:pPr>
            <a:r>
              <a:rPr lang="hr-HR" dirty="0"/>
              <a:t>Postavljanje MIDI uređaja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AD7A97-40A6-4A32-A147-C93C5E1A0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Upravljanje MIDI uređajima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720A2-1211-4169-8CC2-9E360DC4E6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14</a:t>
            </a:fld>
            <a:endParaRPr lang="hr-HR"/>
          </a:p>
        </p:txBody>
      </p:sp>
      <p:pic>
        <p:nvPicPr>
          <p:cNvPr id="5" name="Slika 4" descr="Slika na kojoj se prikazuje tekst, snimka zaslona, Font&#10;&#10;Opis je automatski generiran">
            <a:extLst>
              <a:ext uri="{FF2B5EF4-FFF2-40B4-BE49-F238E27FC236}">
                <a16:creationId xmlns:a16="http://schemas.microsoft.com/office/drawing/2014/main" id="{22BE38EF-BF95-17EF-68E3-7EE1FDC39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006" y="3335991"/>
            <a:ext cx="5596778" cy="1433233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3B12FB66-DEEE-9761-D3E9-1C8EDC069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686" y="2549618"/>
            <a:ext cx="2809875" cy="3238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8496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2C5B82F-7AEF-42A8-BCD7-AB2202922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834243"/>
            <a:ext cx="7075517" cy="31856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hr-HR" dirty="0">
                <a:latin typeface="Arial Nova"/>
              </a:rPr>
              <a:t>Implementacija sučelja </a:t>
            </a:r>
            <a:r>
              <a:rPr lang="hr-HR" i="1" err="1">
                <a:latin typeface="Arial Nova"/>
              </a:rPr>
              <a:t>Receiver</a:t>
            </a:r>
            <a:r>
              <a:rPr lang="hr-HR" dirty="0">
                <a:latin typeface="Arial Nova"/>
              </a:rPr>
              <a:t> i funkcije </a:t>
            </a:r>
            <a:r>
              <a:rPr lang="hr-HR" i="1" err="1">
                <a:latin typeface="Arial Nova"/>
              </a:rPr>
              <a:t>send</a:t>
            </a:r>
            <a:endParaRPr lang="hr-HR" i="1">
              <a:latin typeface="Arial Nova"/>
            </a:endParaRPr>
          </a:p>
          <a:p>
            <a:pPr marL="457200" indent="-457200">
              <a:buChar char="•"/>
            </a:pPr>
            <a:r>
              <a:rPr lang="hr-HR" dirty="0">
                <a:latin typeface="Arial Nova"/>
              </a:rPr>
              <a:t>Statusni bajt, podatkovni bajtovi</a:t>
            </a:r>
          </a:p>
          <a:p>
            <a:pPr marL="800100" lvl="1" indent="-342900" algn="l">
              <a:buChar char="•"/>
            </a:pPr>
            <a:r>
              <a:rPr lang="hr-HR" dirty="0">
                <a:latin typeface="Arial Nova"/>
              </a:rPr>
              <a:t>Vrijednost 0 – 127</a:t>
            </a:r>
          </a:p>
          <a:p>
            <a:pPr marL="800100" lvl="1" indent="-342900" algn="l">
              <a:buChar char="•"/>
            </a:pPr>
            <a:r>
              <a:rPr lang="hr-HR" dirty="0">
                <a:latin typeface="Arial Nova"/>
              </a:rPr>
              <a:t>Brzina 0 – 100</a:t>
            </a:r>
          </a:p>
          <a:p>
            <a:pPr marL="457200" indent="-457200">
              <a:buChar char="•"/>
            </a:pPr>
            <a:r>
              <a:rPr lang="hr-HR" dirty="0">
                <a:latin typeface="Arial Nova"/>
              </a:rPr>
              <a:t>Pritisak tipke – status 144 &amp;&amp; brzina &gt; 0</a:t>
            </a:r>
          </a:p>
          <a:p>
            <a:pPr marL="457200" indent="-457200">
              <a:buChar char="•"/>
            </a:pPr>
            <a:r>
              <a:rPr lang="hr-HR" dirty="0">
                <a:latin typeface="Arial Nova"/>
              </a:rPr>
              <a:t>Otpuštanje tipke – status 128 || brzina == 0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C0ACD7-992C-4344-B7AB-06AB90C3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Obrada MIDI poruka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689FE-B615-4FF1-88E6-A1EBF614BF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15</a:t>
            </a:fld>
            <a:endParaRPr lang="hr-HR"/>
          </a:p>
        </p:txBody>
      </p:sp>
      <p:pic>
        <p:nvPicPr>
          <p:cNvPr id="9" name="Slika 8" descr="Slika na kojoj se prikazuje tekst, Font, crta, snimka zaslona&#10;&#10;Opis je automatski generiran">
            <a:extLst>
              <a:ext uri="{FF2B5EF4-FFF2-40B4-BE49-F238E27FC236}">
                <a16:creationId xmlns:a16="http://schemas.microsoft.com/office/drawing/2014/main" id="{EB5C6FDB-62AA-A30F-E27F-9722FF436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854" y="4300037"/>
            <a:ext cx="8096250" cy="205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10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F5A3645-BE6C-45BB-B172-A2D2C7C9C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4354089" cy="29945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Alatna traka – reprodukcija pjesme</a:t>
            </a:r>
            <a:endParaRPr lang="sr-Latn-RS"/>
          </a:p>
          <a:p>
            <a:pPr marL="800100" lvl="1" indent="-342900" algn="l">
              <a:buChar char="•"/>
            </a:pPr>
            <a:r>
              <a:rPr lang="hr-HR" dirty="0">
                <a:latin typeface="Arial Nova"/>
              </a:rPr>
              <a:t>Pokretanje i pauziranje reprodukcije</a:t>
            </a:r>
          </a:p>
          <a:p>
            <a:pPr marL="800100" lvl="1" indent="-342900" algn="l">
              <a:buFont typeface="Arial" panose="020B0500000000000000" pitchFamily="34" charset="0"/>
              <a:buChar char="•"/>
            </a:pPr>
            <a:r>
              <a:rPr lang="hr-HR" dirty="0">
                <a:latin typeface="Arial Nova"/>
              </a:rPr>
              <a:t>Zaustavljanje reprodukcije</a:t>
            </a:r>
          </a:p>
          <a:p>
            <a:pPr marL="800100" lvl="1" indent="-342900" algn="l">
              <a:buFont typeface="Arial" panose="020B0500000000000000" pitchFamily="34" charset="0"/>
              <a:buChar char="•"/>
            </a:pPr>
            <a:r>
              <a:rPr lang="hr-HR" dirty="0">
                <a:latin typeface="Arial Nova"/>
              </a:rPr>
              <a:t>Odabir brzine reprodukcije</a:t>
            </a:r>
          </a:p>
          <a:p>
            <a:pPr marL="800100" lvl="1" indent="-342900" algn="l">
              <a:buFont typeface="Arial" panose="020B0500000000000000" pitchFamily="34" charset="0"/>
              <a:buChar char="•"/>
            </a:pPr>
            <a:r>
              <a:rPr lang="hr-HR" dirty="0">
                <a:latin typeface="Arial Nova"/>
              </a:rPr>
              <a:t>Odabir ruke za vježbanje</a:t>
            </a:r>
          </a:p>
          <a:p>
            <a:pPr marL="914400" lvl="1" indent="-342900">
              <a:buFont typeface="Arial" panose="020B0500000000000000" pitchFamily="34" charset="0"/>
              <a:buChar char="•"/>
            </a:pPr>
            <a:endParaRPr lang="hr-H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2057D9-7453-4E0E-87CF-8AD9596EA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Glavni zaslon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CC4C0-4DC8-4DC3-AFFF-A5BF25DEBE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16</a:t>
            </a:fld>
            <a:endParaRPr lang="hr-HR"/>
          </a:p>
        </p:txBody>
      </p:sp>
      <p:pic>
        <p:nvPicPr>
          <p:cNvPr id="5" name="Slika 4" descr="Slika na kojoj se prikazuje tekst, klavir, Font, klavijature&#10;&#10;Opis je automatski generiran">
            <a:extLst>
              <a:ext uri="{FF2B5EF4-FFF2-40B4-BE49-F238E27FC236}">
                <a16:creationId xmlns:a16="http://schemas.microsoft.com/office/drawing/2014/main" id="{5A86CC83-BF61-9EA8-7BB4-860E46024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144" y="2136562"/>
            <a:ext cx="6841759" cy="403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22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511C07E-49C3-4D7E-A12C-37AC24AD3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7361" y="5390535"/>
            <a:ext cx="4494550" cy="4284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>
                <a:latin typeface="Arial Nova"/>
              </a:rPr>
              <a:t>Skladba se svira samo desnom rukom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78D73A-2955-4093-88BD-B3D5A3AB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Prikaz jednog crtovlja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B2DD9-5FA3-4304-9D5C-B13FE96203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17</a:t>
            </a:fld>
            <a:endParaRPr lang="hr-HR"/>
          </a:p>
        </p:txBody>
      </p:sp>
      <p:pic>
        <p:nvPicPr>
          <p:cNvPr id="5" name="Slika 4" descr="Slika na kojoj se prikazuje tekst, klavir, glazbena klavijatura, glazbeni instrument&#10;&#10;Opis je automatski generiran">
            <a:extLst>
              <a:ext uri="{FF2B5EF4-FFF2-40B4-BE49-F238E27FC236}">
                <a16:creationId xmlns:a16="http://schemas.microsoft.com/office/drawing/2014/main" id="{D9639B71-6B89-F8E1-A4EC-2C25BCC38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90" y="2136563"/>
            <a:ext cx="5481483" cy="3101068"/>
          </a:xfrm>
          <a:prstGeom prst="rect">
            <a:avLst/>
          </a:prstGeom>
        </p:spPr>
      </p:pic>
      <p:pic>
        <p:nvPicPr>
          <p:cNvPr id="7" name="Slika 6" descr="Slika na kojoj se prikazuje tekst, klavir, klavijature, snimka zaslona&#10;&#10;Opis je automatski generiran">
            <a:extLst>
              <a:ext uri="{FF2B5EF4-FFF2-40B4-BE49-F238E27FC236}">
                <a16:creationId xmlns:a16="http://schemas.microsoft.com/office/drawing/2014/main" id="{48896644-4039-6300-1058-FF635F1D9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080" y="2142708"/>
            <a:ext cx="5469195" cy="3088778"/>
          </a:xfrm>
          <a:prstGeom prst="rect">
            <a:avLst/>
          </a:prstGeom>
        </p:spPr>
      </p:pic>
      <p:sp>
        <p:nvSpPr>
          <p:cNvPr id="8" name="TekstniOkvir 7">
            <a:extLst>
              <a:ext uri="{FF2B5EF4-FFF2-40B4-BE49-F238E27FC236}">
                <a16:creationId xmlns:a16="http://schemas.microsoft.com/office/drawing/2014/main" id="{D3504C4D-2CB4-D390-E5FA-3D682264A01C}"/>
              </a:ext>
            </a:extLst>
          </p:cNvPr>
          <p:cNvSpPr txBox="1"/>
          <p:nvPr/>
        </p:nvSpPr>
        <p:spPr>
          <a:xfrm>
            <a:off x="7251290" y="5395450"/>
            <a:ext cx="360106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r-HR" sz="2000" dirty="0">
                <a:solidFill>
                  <a:srgbClr val="474747"/>
                </a:solidFill>
                <a:latin typeface="Arial Nova"/>
              </a:rPr>
              <a:t>Odabrana je samo desna ruka</a:t>
            </a:r>
          </a:p>
        </p:txBody>
      </p:sp>
    </p:spTree>
    <p:extLst>
      <p:ext uri="{BB962C8B-B14F-4D97-AF65-F5344CB8AC3E}">
        <p14:creationId xmlns:p14="http://schemas.microsoft.com/office/powerpoint/2010/main" val="3299044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9C9CD75-11CB-4A2B-B793-1B804A6A84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133599"/>
            <a:ext cx="7075517" cy="2740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hr-HR" dirty="0">
                <a:latin typeface="Arial Nova"/>
              </a:rPr>
              <a:t>Naziv pjesme i autora</a:t>
            </a:r>
          </a:p>
          <a:p>
            <a:pPr marL="342900" indent="-342900">
              <a:buFont typeface="Arial"/>
              <a:buChar char="•"/>
            </a:pPr>
            <a:r>
              <a:rPr lang="hr-HR" dirty="0">
                <a:latin typeface="Arial Nova"/>
              </a:rPr>
              <a:t>Naziv - &lt;</a:t>
            </a:r>
            <a:r>
              <a:rPr lang="hr-HR" dirty="0" err="1">
                <a:latin typeface="Arial Nova"/>
              </a:rPr>
              <a:t>movement</a:t>
            </a:r>
            <a:r>
              <a:rPr lang="hr-HR" dirty="0">
                <a:latin typeface="Arial Nova"/>
              </a:rPr>
              <a:t>-title&gt; ili &lt;</a:t>
            </a:r>
            <a:r>
              <a:rPr lang="hr-HR" dirty="0" err="1">
                <a:latin typeface="Arial Nova"/>
              </a:rPr>
              <a:t>work</a:t>
            </a:r>
            <a:r>
              <a:rPr lang="hr-HR" dirty="0">
                <a:latin typeface="Arial Nova"/>
              </a:rPr>
              <a:t>-title&gt;</a:t>
            </a:r>
          </a:p>
          <a:p>
            <a:pPr marL="342900" indent="-342900">
              <a:buFont typeface="Arial"/>
              <a:buChar char="•"/>
            </a:pPr>
            <a:r>
              <a:rPr lang="hr-HR" dirty="0">
                <a:latin typeface="Arial Nova"/>
              </a:rPr>
              <a:t>Autor - &lt;</a:t>
            </a:r>
            <a:r>
              <a:rPr lang="hr-HR" dirty="0" err="1">
                <a:latin typeface="Arial Nova"/>
              </a:rPr>
              <a:t>creator</a:t>
            </a:r>
            <a:r>
              <a:rPr lang="hr-HR" dirty="0">
                <a:latin typeface="Arial Nova"/>
              </a:rPr>
              <a:t>&gt; </a:t>
            </a:r>
            <a:r>
              <a:rPr lang="hr-HR" dirty="0" err="1">
                <a:latin typeface="Arial Nova"/>
              </a:rPr>
              <a:t>type</a:t>
            </a:r>
            <a:r>
              <a:rPr lang="hr-HR" dirty="0">
                <a:latin typeface="Arial Nova"/>
              </a:rPr>
              <a:t>="</a:t>
            </a:r>
            <a:r>
              <a:rPr lang="hr-HR" dirty="0" err="1">
                <a:latin typeface="Arial Nova"/>
              </a:rPr>
              <a:t>composer</a:t>
            </a:r>
            <a:r>
              <a:rPr lang="hr-HR" dirty="0">
                <a:latin typeface="Arial Nova"/>
              </a:rPr>
              <a:t>"</a:t>
            </a:r>
          </a:p>
          <a:p>
            <a:pPr marL="342900" indent="-342900">
              <a:buFont typeface="Arial"/>
              <a:buChar char="•"/>
            </a:pPr>
            <a:r>
              <a:rPr lang="hr-HR" dirty="0">
                <a:latin typeface="Arial Nova"/>
              </a:rPr>
              <a:t>4 dijela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BA901B-E94C-4EDF-AC0D-91D8FDB30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Notni zapis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3B76C-1C66-46BF-B798-49F556DCB4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18</a:t>
            </a:fld>
            <a:endParaRPr lang="hr-HR"/>
          </a:p>
        </p:txBody>
      </p:sp>
      <p:pic>
        <p:nvPicPr>
          <p:cNvPr id="5" name="Slika 4" descr="Slika na kojoj se prikazuje tekst, klavir, Font, klavijature&#10;&#10;Opis je automatski generiran">
            <a:extLst>
              <a:ext uri="{FF2B5EF4-FFF2-40B4-BE49-F238E27FC236}">
                <a16:creationId xmlns:a16="http://schemas.microsoft.com/office/drawing/2014/main" id="{F4C578BD-923D-A7B9-1F05-FD7D0DA3FB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792" b="27778"/>
          <a:stretch/>
        </p:blipFill>
        <p:spPr>
          <a:xfrm>
            <a:off x="3667282" y="3706359"/>
            <a:ext cx="7689272" cy="23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312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31D5A13-6D03-4B08-81C3-65787DE159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Ključ, mjera, tonalitet (povisilice/snizilice)</a:t>
            </a: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&lt;</a:t>
            </a:r>
            <a:r>
              <a:rPr lang="hr-HR" dirty="0" err="1">
                <a:latin typeface="Arial Nova"/>
              </a:rPr>
              <a:t>attributes</a:t>
            </a:r>
            <a:r>
              <a:rPr lang="hr-HR" dirty="0">
                <a:latin typeface="Arial Nova"/>
              </a:rPr>
              <a:t>&gt; - prvi takt skladbe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007A19-B300-476D-965A-4E5042D8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Određivanje atributa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83C31-A7E1-4D36-8630-8E655C106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19</a:t>
            </a:fld>
            <a:endParaRPr lang="hr-HR"/>
          </a:p>
        </p:txBody>
      </p:sp>
      <p:pic>
        <p:nvPicPr>
          <p:cNvPr id="5" name="Slika 4" descr="Slika na kojoj se prikazuje Font, crta, tipografija&#10;&#10;Opis je automatski generiran">
            <a:extLst>
              <a:ext uri="{FF2B5EF4-FFF2-40B4-BE49-F238E27FC236}">
                <a16:creationId xmlns:a16="http://schemas.microsoft.com/office/drawing/2014/main" id="{15A2DED4-C80B-216B-179C-6E2713BA5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924" y="2781589"/>
            <a:ext cx="2262331" cy="3754004"/>
          </a:xfrm>
          <a:prstGeom prst="rect">
            <a:avLst/>
          </a:prstGeom>
        </p:spPr>
      </p:pic>
      <p:pic>
        <p:nvPicPr>
          <p:cNvPr id="6" name="Slika 5" descr="Slika na kojoj se prikazuje tekst, izbornik, Font, snimka zaslona&#10;&#10;Opis je automatski generiran">
            <a:extLst>
              <a:ext uri="{FF2B5EF4-FFF2-40B4-BE49-F238E27FC236}">
                <a16:creationId xmlns:a16="http://schemas.microsoft.com/office/drawing/2014/main" id="{AFD924AC-19A0-8DCD-1407-92B7CA055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153" y="720725"/>
            <a:ext cx="3354163" cy="581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41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519F64-B996-43A8-B7B3-668F9367E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Prikaz notnog zapisa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D263E-CB82-43E6-9686-189CA7C54E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20</a:t>
            </a:fld>
            <a:endParaRPr lang="hr-HR"/>
          </a:p>
        </p:txBody>
      </p:sp>
      <p:sp>
        <p:nvSpPr>
          <p:cNvPr id="6" name="Podnaslov 5">
            <a:extLst>
              <a:ext uri="{FF2B5EF4-FFF2-40B4-BE49-F238E27FC236}">
                <a16:creationId xmlns:a16="http://schemas.microsoft.com/office/drawing/2014/main" id="{92263A0A-6C45-6285-0C1B-D4506C167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6498245" cy="22366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Element &lt;</a:t>
            </a:r>
            <a:r>
              <a:rPr lang="hr-HR" dirty="0" err="1">
                <a:latin typeface="Arial Nova"/>
              </a:rPr>
              <a:t>part</a:t>
            </a:r>
            <a:r>
              <a:rPr lang="hr-HR" dirty="0">
                <a:latin typeface="Arial Nova"/>
              </a:rPr>
              <a:t>&gt; - niz elemenata &lt;</a:t>
            </a:r>
            <a:r>
              <a:rPr lang="hr-HR" dirty="0" err="1">
                <a:latin typeface="Arial Nova"/>
              </a:rPr>
              <a:t>measure</a:t>
            </a:r>
            <a:r>
              <a:rPr lang="hr-HR" dirty="0">
                <a:latin typeface="Arial Nova"/>
              </a:rPr>
              <a:t>&gt; (takt)</a:t>
            </a: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Element &lt;</a:t>
            </a:r>
            <a:r>
              <a:rPr lang="hr-HR" dirty="0" err="1">
                <a:latin typeface="Arial Nova"/>
              </a:rPr>
              <a:t>measure</a:t>
            </a:r>
            <a:r>
              <a:rPr lang="hr-HR" dirty="0">
                <a:latin typeface="Arial Nova"/>
              </a:rPr>
              <a:t>&gt; - niz elemenata &lt;note&gt;</a:t>
            </a: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Takt – lista </a:t>
            </a:r>
            <a:r>
              <a:rPr lang="hr-HR" i="1" err="1">
                <a:latin typeface="Arial Nova"/>
              </a:rPr>
              <a:t>MusicNodeModel</a:t>
            </a:r>
            <a:endParaRPr lang="hr-HR" i="1">
              <a:latin typeface="Arial Nova"/>
            </a:endParaRP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Jedna "nota" - </a:t>
            </a:r>
            <a:r>
              <a:rPr lang="hr-HR" i="1" err="1">
                <a:latin typeface="Arial Nova"/>
              </a:rPr>
              <a:t>NoteModel</a:t>
            </a:r>
            <a:endParaRPr lang="hr-HR" i="1">
              <a:latin typeface="Arial Nova"/>
            </a:endParaRP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Pozicioniranje nota u taktu s obzirom na najkraću</a:t>
            </a:r>
          </a:p>
        </p:txBody>
      </p:sp>
      <p:pic>
        <p:nvPicPr>
          <p:cNvPr id="7" name="Slika 6" descr="Slika na kojoj se prikazuje tekst, klavir, snimka zaslona, Font&#10;&#10;Opis je automatski generiran">
            <a:extLst>
              <a:ext uri="{FF2B5EF4-FFF2-40B4-BE49-F238E27FC236}">
                <a16:creationId xmlns:a16="http://schemas.microsoft.com/office/drawing/2014/main" id="{7DABBAA9-F832-EAE2-1ACD-D72669CED8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043" t="32800" r="7710" b="31200"/>
          <a:stretch/>
        </p:blipFill>
        <p:spPr>
          <a:xfrm>
            <a:off x="3463637" y="4196772"/>
            <a:ext cx="6079396" cy="2422101"/>
          </a:xfrm>
          <a:prstGeom prst="rect">
            <a:avLst/>
          </a:prstGeom>
        </p:spPr>
      </p:pic>
      <p:sp>
        <p:nvSpPr>
          <p:cNvPr id="8" name="Pravokutnik 7">
            <a:extLst>
              <a:ext uri="{FF2B5EF4-FFF2-40B4-BE49-F238E27FC236}">
                <a16:creationId xmlns:a16="http://schemas.microsoft.com/office/drawing/2014/main" id="{0511A7BF-F8F4-6D14-3D29-0446485F672E}"/>
              </a:ext>
            </a:extLst>
          </p:cNvPr>
          <p:cNvSpPr/>
          <p:nvPr/>
        </p:nvSpPr>
        <p:spPr>
          <a:xfrm>
            <a:off x="7504545" y="4202544"/>
            <a:ext cx="427181" cy="87745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39566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9C949FC-E3E6-4461-9DD6-EBF1233D4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7075517" cy="36311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Nota</a:t>
            </a:r>
            <a:endParaRPr lang="en-US" dirty="0">
              <a:solidFill>
                <a:srgbClr val="FFFFFF"/>
              </a:solidFill>
              <a:latin typeface="Arial Nova"/>
            </a:endParaRPr>
          </a:p>
          <a:p>
            <a:pPr marL="800100" lvl="1" indent="-285750" algn="l">
              <a:buChar char="•"/>
            </a:pPr>
            <a:r>
              <a:rPr lang="hr-HR" dirty="0">
                <a:latin typeface="Arial Nova"/>
              </a:rPr>
              <a:t>&lt;</a:t>
            </a:r>
            <a:r>
              <a:rPr lang="hr-HR" dirty="0" err="1">
                <a:latin typeface="Arial Nova"/>
              </a:rPr>
              <a:t>pitch</a:t>
            </a:r>
            <a:r>
              <a:rPr lang="hr-HR" dirty="0">
                <a:latin typeface="Arial Nova"/>
              </a:rPr>
              <a:t>&gt; - ton</a:t>
            </a:r>
            <a:endParaRPr lang="en-US" dirty="0">
              <a:solidFill>
                <a:srgbClr val="FFFFFF"/>
              </a:solidFill>
              <a:latin typeface="Arial Nova"/>
            </a:endParaRPr>
          </a:p>
          <a:p>
            <a:pPr marL="742950" lvl="1" indent="-285750" algn="l">
              <a:buFont typeface="Arial,Sans-Serif" panose="020B0500000000000000" pitchFamily="34" charset="0"/>
              <a:buChar char="•"/>
            </a:pPr>
            <a:r>
              <a:rPr lang="hr-HR" dirty="0">
                <a:latin typeface="Arial Nova"/>
              </a:rPr>
              <a:t>&lt;</a:t>
            </a:r>
            <a:r>
              <a:rPr lang="hr-HR" dirty="0" err="1">
                <a:latin typeface="Arial Nova"/>
              </a:rPr>
              <a:t>stem</a:t>
            </a:r>
            <a:r>
              <a:rPr lang="hr-HR" dirty="0">
                <a:latin typeface="Arial Nova"/>
              </a:rPr>
              <a:t>&gt; - pozicija drške</a:t>
            </a:r>
            <a:endParaRPr lang="hr-HR" dirty="0"/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Pauza</a:t>
            </a:r>
            <a:endParaRPr lang="hr-HR" dirty="0">
              <a:latin typeface="Roobert"/>
            </a:endParaRPr>
          </a:p>
          <a:p>
            <a:pPr marL="800100" lvl="1" indent="-285750" algn="l">
              <a:buChar char="•"/>
            </a:pPr>
            <a:r>
              <a:rPr lang="hr-HR" dirty="0">
                <a:latin typeface="Arial Nova"/>
              </a:rPr>
              <a:t>&lt;</a:t>
            </a:r>
            <a:r>
              <a:rPr lang="hr-HR" dirty="0" err="1">
                <a:latin typeface="Arial Nova"/>
              </a:rPr>
              <a:t>rest</a:t>
            </a:r>
            <a:r>
              <a:rPr lang="hr-HR" dirty="0">
                <a:latin typeface="Arial Nova"/>
              </a:rPr>
              <a:t>/&gt;</a:t>
            </a:r>
            <a:endParaRPr lang="hr-HR" dirty="0"/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Nota i pauza</a:t>
            </a:r>
          </a:p>
          <a:p>
            <a:pPr marL="800100" lvl="1" indent="-342900" algn="l">
              <a:buChar char="•"/>
            </a:pPr>
            <a:r>
              <a:rPr lang="hr-HR" dirty="0">
                <a:latin typeface="Arial Nova"/>
              </a:rPr>
              <a:t>&lt;</a:t>
            </a:r>
            <a:r>
              <a:rPr lang="hr-HR" dirty="0" err="1">
                <a:latin typeface="Arial Nova"/>
              </a:rPr>
              <a:t>duration</a:t>
            </a:r>
            <a:r>
              <a:rPr lang="hr-HR" dirty="0">
                <a:latin typeface="Arial Nova"/>
              </a:rPr>
              <a:t>&gt; - trajanje</a:t>
            </a:r>
          </a:p>
          <a:p>
            <a:pPr marL="800100" lvl="1" indent="-342900" algn="l">
              <a:buChar char="•"/>
            </a:pPr>
            <a:r>
              <a:rPr lang="hr-HR" dirty="0">
                <a:latin typeface="Arial Nova"/>
              </a:rPr>
              <a:t>&lt;</a:t>
            </a:r>
            <a:r>
              <a:rPr lang="hr-HR" err="1">
                <a:latin typeface="Arial Nova"/>
              </a:rPr>
              <a:t>type</a:t>
            </a:r>
            <a:r>
              <a:rPr lang="hr-HR" dirty="0">
                <a:latin typeface="Arial Nova"/>
              </a:rPr>
              <a:t>&gt; - tip</a:t>
            </a:r>
          </a:p>
          <a:p>
            <a:pPr marL="800100" lvl="1" indent="-342900" algn="l">
              <a:buChar char="•"/>
            </a:pPr>
            <a:r>
              <a:rPr lang="hr-HR" dirty="0">
                <a:latin typeface="Arial Nova"/>
              </a:rPr>
              <a:t>&lt;</a:t>
            </a:r>
            <a:r>
              <a:rPr lang="hr-HR" dirty="0" err="1">
                <a:latin typeface="Arial Nova"/>
              </a:rPr>
              <a:t>staff</a:t>
            </a:r>
            <a:r>
              <a:rPr lang="hr-HR" dirty="0">
                <a:latin typeface="Arial Nova"/>
              </a:rPr>
              <a:t>&gt; - broj crtovlja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B4195B-52F3-4B4A-8B88-47EE66D54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Određivanje note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F8167-E662-47A8-B34F-BE31B97B47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21</a:t>
            </a:fld>
            <a:endParaRPr lang="hr-HR"/>
          </a:p>
        </p:txBody>
      </p:sp>
      <p:pic>
        <p:nvPicPr>
          <p:cNvPr id="5" name="Slika 4" descr="Slika na kojoj se prikazuje crta, crno-bijelo, silueta, sjena&#10;&#10;Opis je automatski generiran">
            <a:extLst>
              <a:ext uri="{FF2B5EF4-FFF2-40B4-BE49-F238E27FC236}">
                <a16:creationId xmlns:a16="http://schemas.microsoft.com/office/drawing/2014/main" id="{4D466E35-53B1-4D05-3486-1A75CB083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127" y="3641870"/>
            <a:ext cx="2154381" cy="2102715"/>
          </a:xfrm>
          <a:prstGeom prst="rect">
            <a:avLst/>
          </a:prstGeom>
        </p:spPr>
      </p:pic>
      <p:pic>
        <p:nvPicPr>
          <p:cNvPr id="6" name="Slika 5" descr="Slika na kojoj se prikazuje tekst, snimka zaslona, Font, izbornik&#10;&#10;Opis je automatski generiran">
            <a:extLst>
              <a:ext uri="{FF2B5EF4-FFF2-40B4-BE49-F238E27FC236}">
                <a16:creationId xmlns:a16="http://schemas.microsoft.com/office/drawing/2014/main" id="{EFA4E8B3-D2D4-6277-F5B5-2670F8B63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172" y="1153823"/>
            <a:ext cx="3675784" cy="520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193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11521F6-A7B2-4853-B828-CD54AB60C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5782839" cy="29945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Nota uđe u područje linije</a:t>
            </a:r>
            <a:endParaRPr lang="sr-Latn-RS"/>
          </a:p>
          <a:p>
            <a:pPr marL="800100" lvl="1" indent="-342900" algn="l">
              <a:buChar char="•"/>
            </a:pPr>
            <a:r>
              <a:rPr lang="hr-HR" dirty="0">
                <a:latin typeface="Arial Nova"/>
              </a:rPr>
              <a:t>Obavještava se sustav da se note treba odsvirati</a:t>
            </a:r>
          </a:p>
          <a:p>
            <a:pPr marL="342900" indent="-342900" algn="l">
              <a:buChar char="•"/>
            </a:pPr>
            <a:endParaRPr lang="hr-HR" dirty="0">
              <a:latin typeface="Arial Nova"/>
            </a:endParaRP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Neposredno prije nego što nota uđe u područje linije</a:t>
            </a:r>
          </a:p>
          <a:p>
            <a:pPr marL="800100" lvl="1" indent="-342900" algn="l">
              <a:buChar char="•"/>
            </a:pPr>
            <a:r>
              <a:rPr lang="hr-HR" dirty="0">
                <a:latin typeface="Arial Nova"/>
              </a:rPr>
              <a:t>Obavještava se sustav o prekidu sviranja prethodnih nota</a:t>
            </a:r>
          </a:p>
          <a:p>
            <a:pPr marL="800100" lvl="1" indent="-457200" algn="l">
              <a:buChar char="•"/>
            </a:pPr>
            <a:endParaRPr lang="hr-HR" dirty="0">
              <a:latin typeface="Roober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EC00E1-93BE-49BE-A907-C3722138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Kontrolna linija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BF91F-7D2F-4FE2-AE92-F85505948D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22</a:t>
            </a:fld>
            <a:endParaRPr lang="hr-HR"/>
          </a:p>
        </p:txBody>
      </p:sp>
      <p:pic>
        <p:nvPicPr>
          <p:cNvPr id="6" name="Slika 5" descr="Slika na kojoj se prikazuje tekst, klavir, Font, klavijature&#10;&#10;Opis je automatski generiran">
            <a:extLst>
              <a:ext uri="{FF2B5EF4-FFF2-40B4-BE49-F238E27FC236}">
                <a16:creationId xmlns:a16="http://schemas.microsoft.com/office/drawing/2014/main" id="{2BC3DCF2-86F5-E51E-73FB-B7213F9652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194" r="59874" b="23883"/>
          <a:stretch/>
        </p:blipFill>
        <p:spPr>
          <a:xfrm>
            <a:off x="6940082" y="2136322"/>
            <a:ext cx="4675416" cy="332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52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78A1A07-A04C-4872-ABCC-9C313C13F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983922"/>
            <a:ext cx="4617453" cy="30340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Tipke koje treba odsvirati ističu se</a:t>
            </a:r>
          </a:p>
          <a:p>
            <a:pPr marL="800100" lvl="1" indent="-342900" algn="l">
              <a:buFont typeface="Arial,Sans-Serif" panose="020B0500000000000000" pitchFamily="34" charset="0"/>
              <a:buChar char="•"/>
            </a:pPr>
            <a:r>
              <a:rPr lang="hr-HR" dirty="0">
                <a:latin typeface="Arial Nova"/>
              </a:rPr>
              <a:t>Lijeva ruka – plava</a:t>
            </a:r>
            <a:endParaRPr lang="hr-HR" dirty="0">
              <a:solidFill>
                <a:srgbClr val="FFFFFF"/>
              </a:solidFill>
              <a:latin typeface="Arial Nova"/>
            </a:endParaRPr>
          </a:p>
          <a:p>
            <a:pPr marL="800100" lvl="1" indent="-342900" algn="l">
              <a:buFont typeface="Arial,Sans-Serif" panose="020B0500000000000000" pitchFamily="34" charset="0"/>
              <a:buChar char="•"/>
            </a:pPr>
            <a:r>
              <a:rPr lang="hr-HR" dirty="0">
                <a:latin typeface="Arial Nova"/>
              </a:rPr>
              <a:t>Desna ruka – zelena</a:t>
            </a:r>
            <a:endParaRPr lang="hr-HR" dirty="0"/>
          </a:p>
          <a:p>
            <a:pPr marL="342900" indent="-342900" algn="l">
              <a:buChar char="•"/>
            </a:pPr>
            <a:endParaRPr lang="hr-HR" dirty="0">
              <a:latin typeface="Arial Nova"/>
            </a:endParaRP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Ispravno odsvirana – tamnija boja (G4)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5CE108-C40D-4708-8569-ADA7A9CDF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Klavijatura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8874D-1A1C-425F-A362-42DCE43B636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23</a:t>
            </a:fld>
            <a:endParaRPr lang="hr-HR"/>
          </a:p>
        </p:txBody>
      </p:sp>
      <p:sp>
        <p:nvSpPr>
          <p:cNvPr id="29" name="Connettore a gomito 28">
            <a:extLst>
              <a:ext uri="{FF2B5EF4-FFF2-40B4-BE49-F238E27FC236}">
                <a16:creationId xmlns:a16="http://schemas.microsoft.com/office/drawing/2014/main" id="{8A67A04B-D6CC-483C-858E-B64F7B25465E}"/>
              </a:ext>
            </a:extLst>
          </p:cNvPr>
          <p:cNvSpPr/>
          <p:nvPr/>
        </p:nvSpPr>
        <p:spPr>
          <a:xfrm rot="5400000" flipV="1">
            <a:off x="3057374" y="4016986"/>
            <a:ext cx="0" cy="0"/>
          </a:xfrm>
          <a:prstGeom prst="bentConnector4">
            <a:avLst>
              <a:gd name="adj1" fmla="val 4936508"/>
              <a:gd name="adj2" fmla="val 34843829"/>
            </a:avLst>
          </a:prstGeom>
          <a:solidFill>
            <a:srgbClr val="000000">
              <a:alpha val="5000"/>
            </a:srgbClr>
          </a:solidFill>
          <a:ln w="180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fr-FR">
              <a:solidFill>
                <a:srgbClr val="000000"/>
              </a:solidFill>
            </a:endParaRPr>
          </a:p>
        </p:txBody>
      </p:sp>
      <p:pic>
        <p:nvPicPr>
          <p:cNvPr id="5" name="Slika 4" descr="Slika na kojoj se prikazuje tekst, klavir, Font, klavijature&#10;&#10;Opis je automatski generiran">
            <a:extLst>
              <a:ext uri="{FF2B5EF4-FFF2-40B4-BE49-F238E27FC236}">
                <a16:creationId xmlns:a16="http://schemas.microsoft.com/office/drawing/2014/main" id="{6DA6653A-44AD-275D-0553-9DFDD30700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092" r="-202" b="353"/>
          <a:stretch/>
        </p:blipFill>
        <p:spPr>
          <a:xfrm>
            <a:off x="5456904" y="5602433"/>
            <a:ext cx="6132874" cy="747908"/>
          </a:xfrm>
          <a:prstGeom prst="rect">
            <a:avLst/>
          </a:prstGeom>
        </p:spPr>
      </p:pic>
      <p:pic>
        <p:nvPicPr>
          <p:cNvPr id="6" name="Slika 5" descr="Slika na kojoj se prikazuje tekst, klavir, Font, klavijature&#10;&#10;Opis je automatski generiran">
            <a:extLst>
              <a:ext uri="{FF2B5EF4-FFF2-40B4-BE49-F238E27FC236}">
                <a16:creationId xmlns:a16="http://schemas.microsoft.com/office/drawing/2014/main" id="{E5DBFC58-7AD7-2C15-257A-7B23BB73A0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40" b="655"/>
          <a:stretch/>
        </p:blipFill>
        <p:spPr>
          <a:xfrm>
            <a:off x="5456904" y="1720206"/>
            <a:ext cx="6132878" cy="348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858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dnaslov 1">
            <a:extLst>
              <a:ext uri="{FF2B5EF4-FFF2-40B4-BE49-F238E27FC236}">
                <a16:creationId xmlns:a16="http://schemas.microsoft.com/office/drawing/2014/main" id="{B4D940EC-EC6D-4A63-8B33-7D4DC68E5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711287"/>
            <a:ext cx="7075517" cy="40958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Otvaranje kanala</a:t>
            </a:r>
          </a:p>
          <a:p>
            <a:pPr marL="342900" indent="-342900">
              <a:buChar char="•"/>
            </a:pPr>
            <a:endParaRPr lang="hr-HR" dirty="0">
              <a:latin typeface="Arial Nova"/>
            </a:endParaRPr>
          </a:p>
          <a:p>
            <a:pPr marL="342900" indent="-342900">
              <a:buChar char="•"/>
            </a:pPr>
            <a:endParaRPr lang="hr-HR" dirty="0">
              <a:latin typeface="Arial Nova"/>
            </a:endParaRPr>
          </a:p>
          <a:p>
            <a:pPr marL="342900" indent="-342900">
              <a:buChar char="•"/>
            </a:pPr>
            <a:endParaRPr lang="hr-HR" dirty="0">
              <a:latin typeface="Arial Nova"/>
            </a:endParaRPr>
          </a:p>
          <a:p>
            <a:pPr marL="342900" indent="-342900">
              <a:buChar char="•"/>
            </a:pPr>
            <a:endParaRPr lang="hr-HR" dirty="0">
              <a:latin typeface="Arial Nova"/>
            </a:endParaRPr>
          </a:p>
          <a:p>
            <a:pPr marL="342900" indent="-342900">
              <a:buChar char="•"/>
            </a:pPr>
            <a:endParaRPr lang="hr-HR" dirty="0">
              <a:latin typeface="Arial Nova"/>
            </a:endParaRPr>
          </a:p>
          <a:p>
            <a:pPr marL="342900" indent="-342900">
              <a:buChar char="•"/>
            </a:pPr>
            <a:endParaRPr lang="hr-HR" dirty="0">
              <a:latin typeface="Arial Nova"/>
            </a:endParaRP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Reprodukcija i zaustavljanje note</a:t>
            </a:r>
          </a:p>
        </p:txBody>
      </p:sp>
      <p:sp>
        <p:nvSpPr>
          <p:cNvPr id="3" name="Naslov 2">
            <a:extLst>
              <a:ext uri="{FF2B5EF4-FFF2-40B4-BE49-F238E27FC236}">
                <a16:creationId xmlns:a16="http://schemas.microsoft.com/office/drawing/2014/main" id="{C7A8A06F-373F-A399-A795-0E06E738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Reprodukcija skladbe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BBC4D91C-97AD-26C6-2286-BBA32D7325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24</a:t>
            </a:fld>
            <a:endParaRPr lang="hr-HR"/>
          </a:p>
        </p:txBody>
      </p:sp>
      <p:pic>
        <p:nvPicPr>
          <p:cNvPr id="5" name="Slika 4" descr="Slika na kojoj se prikazuje tekst, snimka zaslona, Font&#10;&#10;Opis je automatski generiran">
            <a:extLst>
              <a:ext uri="{FF2B5EF4-FFF2-40B4-BE49-F238E27FC236}">
                <a16:creationId xmlns:a16="http://schemas.microsoft.com/office/drawing/2014/main" id="{E7D18D05-2F21-F5C6-147F-AD8375D7B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64" y="2137214"/>
            <a:ext cx="7612196" cy="2253065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AE8E418B-4F08-5920-5BF7-98E347283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532" y="4968205"/>
            <a:ext cx="3611467" cy="6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83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B04F6D0-78DE-4D85-B937-06809E5AE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3425292" cy="22597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hr-HR" dirty="0">
                <a:latin typeface="Arial Nova"/>
              </a:rPr>
              <a:t>Postotak ispravno odsviranih nota</a:t>
            </a:r>
          </a:p>
          <a:p>
            <a:pPr marL="800100" lvl="1" indent="-342900" algn="l">
              <a:buChar char="•"/>
            </a:pPr>
            <a:r>
              <a:rPr lang="hr-HR">
                <a:latin typeface="Arial Nova"/>
              </a:rPr>
              <a:t>Postotak posebno za svaku ruku</a:t>
            </a:r>
            <a:endParaRPr lang="hr-HR" dirty="0">
              <a:latin typeface="Arial Nova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EE0977-5504-4C9C-B6D5-E5F162EB5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Roobert"/>
              </a:rPr>
              <a:t>Povratna informacija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ABAE1-D2EC-40E7-ADA4-9E2ED1C7235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25</a:t>
            </a:fld>
            <a:endParaRPr lang="hr-HR"/>
          </a:p>
        </p:txBody>
      </p:sp>
      <p:pic>
        <p:nvPicPr>
          <p:cNvPr id="5" name="Slika 4" descr="Slika na kojoj se prikazuje tekst, snimka zaslona, Font, crta&#10;&#10;Opis je automatski generiran">
            <a:extLst>
              <a:ext uri="{FF2B5EF4-FFF2-40B4-BE49-F238E27FC236}">
                <a16:creationId xmlns:a16="http://schemas.microsoft.com/office/drawing/2014/main" id="{53F7B27E-9875-A4BA-ED9E-58D4CCB7D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645" y="1845603"/>
            <a:ext cx="6882580" cy="432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739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8EAD722-7367-4038-A104-AABF540B3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812275"/>
            <a:ext cx="8746538" cy="17907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hr-HR" dirty="0">
                <a:latin typeface="Arial Nova"/>
              </a:rPr>
              <a:t>Notni zapis generalno ispravno prikazan</a:t>
            </a:r>
            <a:endParaRPr lang="hr-HR" dirty="0">
              <a:latin typeface="Roobert"/>
            </a:endParaRPr>
          </a:p>
          <a:p>
            <a:pPr marL="342900" indent="-342900">
              <a:buFont typeface="Arial"/>
              <a:buChar char="•"/>
            </a:pPr>
            <a:r>
              <a:rPr lang="hr-HR" dirty="0">
                <a:latin typeface="Arial Nova"/>
              </a:rPr>
              <a:t>Zvučna reprodukcija i tipke na klaviru ispravne</a:t>
            </a:r>
          </a:p>
          <a:p>
            <a:pPr marL="342900" indent="-342900">
              <a:buFont typeface="Arial"/>
              <a:buChar char="•"/>
            </a:pPr>
            <a:r>
              <a:rPr lang="hr-HR" dirty="0">
                <a:latin typeface="Arial Nova"/>
              </a:rPr>
              <a:t>Uzastopne osminke nisu povezane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863D36-2084-4EE1-B155-8AFFF5D44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Rezultati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DD990-2061-496B-B276-975AA9A267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26</a:t>
            </a:fld>
            <a:endParaRPr lang="hr-HR"/>
          </a:p>
        </p:txBody>
      </p:sp>
      <p:pic>
        <p:nvPicPr>
          <p:cNvPr id="5" name="Slika 4" descr="Slika na kojoj se prikazuje crta, dijagram&#10;&#10;Opis je automatski generiran">
            <a:extLst>
              <a:ext uri="{FF2B5EF4-FFF2-40B4-BE49-F238E27FC236}">
                <a16:creationId xmlns:a16="http://schemas.microsoft.com/office/drawing/2014/main" id="{050C08E5-DBB5-A293-CF06-446AC9932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969" y="3264378"/>
            <a:ext cx="4556279" cy="2569340"/>
          </a:xfrm>
          <a:prstGeom prst="rect">
            <a:avLst/>
          </a:prstGeom>
        </p:spPr>
      </p:pic>
      <p:pic>
        <p:nvPicPr>
          <p:cNvPr id="6" name="Slika 5" descr="Slika na kojoj se prikazuje crtež, dijagram, crta, skeč&#10;&#10;Opis je automatski generiran">
            <a:extLst>
              <a:ext uri="{FF2B5EF4-FFF2-40B4-BE49-F238E27FC236}">
                <a16:creationId xmlns:a16="http://schemas.microsoft.com/office/drawing/2014/main" id="{48BEC74C-829B-138C-08A4-E741542FE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445" y="3427290"/>
            <a:ext cx="3782459" cy="2390409"/>
          </a:xfrm>
          <a:prstGeom prst="rect">
            <a:avLst/>
          </a:prstGeom>
        </p:spPr>
      </p:pic>
      <p:sp>
        <p:nvSpPr>
          <p:cNvPr id="20" name="TekstniOkvir 19">
            <a:extLst>
              <a:ext uri="{FF2B5EF4-FFF2-40B4-BE49-F238E27FC236}">
                <a16:creationId xmlns:a16="http://schemas.microsoft.com/office/drawing/2014/main" id="{3D769AEF-07AA-5BCD-BD1D-BE9F9E9D7315}"/>
              </a:ext>
            </a:extLst>
          </p:cNvPr>
          <p:cNvSpPr txBox="1"/>
          <p:nvPr/>
        </p:nvSpPr>
        <p:spPr>
          <a:xfrm rot="-10800000" flipV="1">
            <a:off x="1684259" y="6018526"/>
            <a:ext cx="4557826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r-HR" dirty="0">
                <a:solidFill>
                  <a:srgbClr val="474747"/>
                </a:solidFill>
                <a:latin typeface="Arial Nova"/>
              </a:rPr>
              <a:t>Takt u aplikaciji</a:t>
            </a:r>
            <a:endParaRPr lang="hr-HR" dirty="0">
              <a:solidFill>
                <a:srgbClr val="02000D"/>
              </a:solidFill>
              <a:latin typeface="Roobert"/>
            </a:endParaRPr>
          </a:p>
        </p:txBody>
      </p:sp>
      <p:sp>
        <p:nvSpPr>
          <p:cNvPr id="22" name="TekstniOkvir 21">
            <a:extLst>
              <a:ext uri="{FF2B5EF4-FFF2-40B4-BE49-F238E27FC236}">
                <a16:creationId xmlns:a16="http://schemas.microsoft.com/office/drawing/2014/main" id="{7708E378-B73D-660E-6962-6B2BCEB04340}"/>
              </a:ext>
            </a:extLst>
          </p:cNvPr>
          <p:cNvSpPr txBox="1"/>
          <p:nvPr/>
        </p:nvSpPr>
        <p:spPr>
          <a:xfrm>
            <a:off x="6926936" y="6014339"/>
            <a:ext cx="46388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r-HR" dirty="0">
                <a:solidFill>
                  <a:srgbClr val="474747"/>
                </a:solidFill>
                <a:latin typeface="Arial Nova"/>
              </a:rPr>
              <a:t>Takt u notnom zapisu</a:t>
            </a:r>
          </a:p>
        </p:txBody>
      </p:sp>
    </p:spTree>
    <p:extLst>
      <p:ext uri="{BB962C8B-B14F-4D97-AF65-F5344CB8AC3E}">
        <p14:creationId xmlns:p14="http://schemas.microsoft.com/office/powerpoint/2010/main" val="1055546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dnaslov 1">
            <a:extLst>
              <a:ext uri="{FF2B5EF4-FFF2-40B4-BE49-F238E27FC236}">
                <a16:creationId xmlns:a16="http://schemas.microsoft.com/office/drawing/2014/main" id="{E0F6E3D3-7E21-2C2F-61AB-3D05EACC5B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Prikaz osminki u akordu</a:t>
            </a: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Dijeljenje drške unutar akorda</a:t>
            </a: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Predznaci ne bi smjeli utjecati na poziciju</a:t>
            </a:r>
          </a:p>
        </p:txBody>
      </p:sp>
      <p:sp>
        <p:nvSpPr>
          <p:cNvPr id="3" name="Naslov 2">
            <a:extLst>
              <a:ext uri="{FF2B5EF4-FFF2-40B4-BE49-F238E27FC236}">
                <a16:creationId xmlns:a16="http://schemas.microsoft.com/office/drawing/2014/main" id="{6FCA2A3F-ED2A-F58F-6F7A-B90221E35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>
                <a:latin typeface="Arial Nova"/>
              </a:rPr>
              <a:t>Problemčići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EC47D3D5-03C2-194E-B146-1087BC3462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27</a:t>
            </a:fld>
            <a:endParaRPr lang="hr-HR"/>
          </a:p>
        </p:txBody>
      </p:sp>
      <p:pic>
        <p:nvPicPr>
          <p:cNvPr id="5" name="Slika 4" descr="Slika na kojoj se prikazuje crtež, crta, skeč&#10;&#10;Opis je automatski generiran">
            <a:extLst>
              <a:ext uri="{FF2B5EF4-FFF2-40B4-BE49-F238E27FC236}">
                <a16:creationId xmlns:a16="http://schemas.microsoft.com/office/drawing/2014/main" id="{E55AA84E-25F0-CE32-7684-18774A745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830" y="2133141"/>
            <a:ext cx="4075666" cy="393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99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dnaslov 1">
            <a:extLst>
              <a:ext uri="{FF2B5EF4-FFF2-40B4-BE49-F238E27FC236}">
                <a16:creationId xmlns:a16="http://schemas.microsoft.com/office/drawing/2014/main" id="{C0832247-1FDC-4A6D-8B5A-900017330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4872144" cy="22597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Proširenje biblioteke pjesama</a:t>
            </a:r>
          </a:p>
          <a:p>
            <a:pPr marL="342900" indent="-342900">
              <a:buChar char="•"/>
            </a:pPr>
            <a:endParaRPr lang="hr-HR" dirty="0">
              <a:latin typeface="Arial Nova"/>
            </a:endParaRP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Mogućnost navigacije kroz skladbu</a:t>
            </a:r>
          </a:p>
          <a:p>
            <a:pPr marL="800100" lvl="1" indent="-342900" algn="l">
              <a:buChar char="•"/>
            </a:pPr>
            <a:r>
              <a:rPr lang="hr-HR">
                <a:latin typeface="Arial Nova"/>
              </a:rPr>
              <a:t>Reprodukcija odabranog dijela</a:t>
            </a:r>
            <a:endParaRPr lang="hr-HR" dirty="0">
              <a:latin typeface="Arial Nova"/>
            </a:endParaRPr>
          </a:p>
        </p:txBody>
      </p:sp>
      <p:sp>
        <p:nvSpPr>
          <p:cNvPr id="3" name="Naslov 2">
            <a:extLst>
              <a:ext uri="{FF2B5EF4-FFF2-40B4-BE49-F238E27FC236}">
                <a16:creationId xmlns:a16="http://schemas.microsoft.com/office/drawing/2014/main" id="{B458E904-E5B0-BD82-1F5D-636A6C54C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Mogućnosti nadogradnje</a:t>
            </a:r>
            <a:endParaRPr lang="hr-HR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7A48C692-4983-E093-9DB7-A63F642D1F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28</a:t>
            </a:fld>
            <a:endParaRPr lang="hr-HR"/>
          </a:p>
        </p:txBody>
      </p:sp>
      <p:pic>
        <p:nvPicPr>
          <p:cNvPr id="5" name="Slika 4" descr="Slika na kojoj se prikazuje tekst, klavir, klavijature, glazbena klavijatura&#10;&#10;Opis je automatski generiran">
            <a:extLst>
              <a:ext uri="{FF2B5EF4-FFF2-40B4-BE49-F238E27FC236}">
                <a16:creationId xmlns:a16="http://schemas.microsoft.com/office/drawing/2014/main" id="{E325BEC3-A55E-A793-DA2E-7EC428EB6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048" y="2281678"/>
            <a:ext cx="6096000" cy="346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9818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dnaslov 1">
            <a:extLst>
              <a:ext uri="{FF2B5EF4-FFF2-40B4-BE49-F238E27FC236}">
                <a16:creationId xmlns:a16="http://schemas.microsoft.com/office/drawing/2014/main" id="{F408F3F2-E617-BD82-F8C1-E577E06F66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7075517" cy="33797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hr-HR" err="1">
                <a:latin typeface="Arial Nova"/>
              </a:rPr>
              <a:t>Metronom</a:t>
            </a:r>
            <a:r>
              <a:rPr lang="hr-HR" dirty="0">
                <a:latin typeface="Arial Nova"/>
              </a:rPr>
              <a:t> - održavanje ritma proizvodnjom ritmičkih zvučnih signala</a:t>
            </a:r>
          </a:p>
          <a:p>
            <a:pPr marL="800100" lvl="1" indent="-342900" algn="l">
              <a:buFont typeface="Arial,Sans-Serif" panose="020B0500000000000000" pitchFamily="34" charset="0"/>
              <a:buChar char="•"/>
            </a:pPr>
            <a:r>
              <a:rPr lang="hr-HR" sz="1900" dirty="0" err="1">
                <a:latin typeface="Arial Nova"/>
              </a:rPr>
              <a:t>Višedretvenost</a:t>
            </a:r>
            <a:r>
              <a:rPr lang="hr-HR" sz="1900" dirty="0">
                <a:latin typeface="Arial Nova"/>
              </a:rPr>
              <a:t> - loša sinkronizacija</a:t>
            </a:r>
            <a:endParaRPr lang="en-US" sz="1900" dirty="0">
              <a:solidFill>
                <a:srgbClr val="FFFFFF"/>
              </a:solidFill>
              <a:latin typeface="Arial Nova"/>
            </a:endParaRPr>
          </a:p>
          <a:p>
            <a:pPr marL="800100" lvl="1" indent="-342900" algn="l">
              <a:buFont typeface="Arial,Sans-Serif" panose="020B0500000000000000" pitchFamily="34" charset="0"/>
              <a:buChar char="•"/>
            </a:pPr>
            <a:r>
              <a:rPr lang="hr-HR" sz="1900" dirty="0">
                <a:latin typeface="Arial Nova"/>
              </a:rPr>
              <a:t>Rješenje - implementacija unutar iste dretve i petlje</a:t>
            </a:r>
            <a:endParaRPr lang="hr-HR" dirty="0"/>
          </a:p>
          <a:p>
            <a:pPr marL="342900" indent="-342900" algn="l">
              <a:buChar char="•"/>
            </a:pPr>
            <a:endParaRPr lang="hr-HR" dirty="0">
              <a:latin typeface="Arial Nova"/>
            </a:endParaRPr>
          </a:p>
          <a:p>
            <a:pPr marL="342900" indent="-342900">
              <a:buChar char="•"/>
            </a:pPr>
            <a:r>
              <a:rPr lang="hr-HR" dirty="0">
                <a:latin typeface="Arial Nova"/>
              </a:rPr>
              <a:t>Poboljšanje povratnih informacija</a:t>
            </a:r>
          </a:p>
          <a:p>
            <a:pPr marL="800100" lvl="1" indent="-342900" algn="l">
              <a:buChar char="•"/>
            </a:pPr>
            <a:r>
              <a:rPr lang="hr-HR" dirty="0">
                <a:latin typeface="Arial Nova"/>
              </a:rPr>
              <a:t>Pohrana podataka o izvedbama</a:t>
            </a:r>
          </a:p>
          <a:p>
            <a:pPr marL="800100" lvl="1" indent="-342900" algn="l">
              <a:buChar char="•"/>
            </a:pPr>
            <a:r>
              <a:rPr lang="hr-HR" dirty="0">
                <a:latin typeface="Arial Nova"/>
              </a:rPr>
              <a:t>Ocjenjivanje tempa izvedbe</a:t>
            </a:r>
          </a:p>
        </p:txBody>
      </p:sp>
      <p:sp>
        <p:nvSpPr>
          <p:cNvPr id="3" name="Naslov 2">
            <a:extLst>
              <a:ext uri="{FF2B5EF4-FFF2-40B4-BE49-F238E27FC236}">
                <a16:creationId xmlns:a16="http://schemas.microsoft.com/office/drawing/2014/main" id="{80C2D3B2-841F-9E46-1C2F-1F1DA82DA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 Nova"/>
              </a:rPr>
              <a:t>Još nadogradnji</a:t>
            </a:r>
            <a:endParaRPr lang="hr-HR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ADD1500B-433D-76FC-7F89-48269F20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29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21629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15899-9BE0-4F30-BC9D-C5EFFE64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116" y="2690812"/>
            <a:ext cx="10764837" cy="1476375"/>
          </a:xfrm>
        </p:spPr>
        <p:txBody>
          <a:bodyPr/>
          <a:lstStyle/>
          <a:p>
            <a:pPr algn="ctr"/>
            <a:r>
              <a:rPr lang="hr-HR" dirty="0">
                <a:latin typeface="Arial Nova"/>
              </a:rPr>
              <a:t>Zaključak?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F6283-E3D8-4F47-8C64-BE37E005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30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679600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5521-4940-48E6-B15D-4B1CA9121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81" y="2690812"/>
            <a:ext cx="10764837" cy="1476375"/>
          </a:xfrm>
        </p:spPr>
        <p:txBody>
          <a:bodyPr/>
          <a:lstStyle/>
          <a:p>
            <a:pPr algn="ctr"/>
            <a:r>
              <a:rPr lang="hr-HR">
                <a:latin typeface="Arial Nova"/>
              </a:rPr>
              <a:t>Hvala na pažnji!</a:t>
            </a:r>
            <a:endParaRPr lang="hr-HR">
              <a:latin typeface="Arial Nova"/>
              <a:sym typeface="Wingdings" panose="05000000000000000000" pitchFamily="2" charset="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794EF7-7975-49C6-BDE5-F8635294E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31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71470068"/>
      </p:ext>
    </p:extLst>
  </p:cSld>
  <p:clrMapOvr>
    <a:masterClrMapping/>
  </p:clrMapOvr>
</p:sld>
</file>

<file path=ppt/theme/theme1.xml><?xml version="1.0" encoding="utf-8"?>
<a:theme xmlns:a="http://schemas.openxmlformats.org/drawingml/2006/main" name="FER Dark">
  <a:themeElements>
    <a:clrScheme name="FER1">
      <a:dk1>
        <a:srgbClr val="02000D"/>
      </a:dk1>
      <a:lt1>
        <a:srgbClr val="FFFFFF"/>
      </a:lt1>
      <a:dk2>
        <a:srgbClr val="00003F"/>
      </a:dk2>
      <a:lt2>
        <a:srgbClr val="ECB000"/>
      </a:lt2>
      <a:accent1>
        <a:srgbClr val="5B9BD5"/>
      </a:accent1>
      <a:accent2>
        <a:srgbClr val="E5681B"/>
      </a:accent2>
      <a:accent3>
        <a:srgbClr val="92D050"/>
      </a:accent3>
      <a:accent4>
        <a:srgbClr val="FFC000"/>
      </a:accent4>
      <a:accent5>
        <a:srgbClr val="2F5496"/>
      </a:accent5>
      <a:accent6>
        <a:srgbClr val="538135"/>
      </a:accent6>
      <a:hlink>
        <a:srgbClr val="4472C4"/>
      </a:hlink>
      <a:folHlink>
        <a:srgbClr val="954F72"/>
      </a:folHlink>
    </a:clrScheme>
    <a:fontScheme name="Roobert">
      <a:majorFont>
        <a:latin typeface="Roobert bold"/>
        <a:ea typeface=""/>
        <a:cs typeface=""/>
      </a:majorFont>
      <a:minorFont>
        <a:latin typeface="Roober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ER_Light">
  <a:themeElements>
    <a:clrScheme name="FER1">
      <a:dk1>
        <a:srgbClr val="02000D"/>
      </a:dk1>
      <a:lt1>
        <a:srgbClr val="FFFFFF"/>
      </a:lt1>
      <a:dk2>
        <a:srgbClr val="00003F"/>
      </a:dk2>
      <a:lt2>
        <a:srgbClr val="ECB000"/>
      </a:lt2>
      <a:accent1>
        <a:srgbClr val="5B9BD5"/>
      </a:accent1>
      <a:accent2>
        <a:srgbClr val="E5681B"/>
      </a:accent2>
      <a:accent3>
        <a:srgbClr val="92D050"/>
      </a:accent3>
      <a:accent4>
        <a:srgbClr val="FFC000"/>
      </a:accent4>
      <a:accent5>
        <a:srgbClr val="2F5496"/>
      </a:accent5>
      <a:accent6>
        <a:srgbClr val="538135"/>
      </a:accent6>
      <a:hlink>
        <a:srgbClr val="4472C4"/>
      </a:hlink>
      <a:folHlink>
        <a:srgbClr val="954F72"/>
      </a:folHlink>
    </a:clrScheme>
    <a:fontScheme name="Roobert">
      <a:majorFont>
        <a:latin typeface="Roobert bold"/>
        <a:ea typeface=""/>
        <a:cs typeface=""/>
      </a:majorFont>
      <a:minorFont>
        <a:latin typeface="Roober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FER_Light">
  <a:themeElements>
    <a:clrScheme name="FER1">
      <a:dk1>
        <a:srgbClr val="02000D"/>
      </a:dk1>
      <a:lt1>
        <a:srgbClr val="FFFFFF"/>
      </a:lt1>
      <a:dk2>
        <a:srgbClr val="00003F"/>
      </a:dk2>
      <a:lt2>
        <a:srgbClr val="ECB000"/>
      </a:lt2>
      <a:accent1>
        <a:srgbClr val="5B9BD5"/>
      </a:accent1>
      <a:accent2>
        <a:srgbClr val="E5681B"/>
      </a:accent2>
      <a:accent3>
        <a:srgbClr val="92D050"/>
      </a:accent3>
      <a:accent4>
        <a:srgbClr val="FFC000"/>
      </a:accent4>
      <a:accent5>
        <a:srgbClr val="2F5496"/>
      </a:accent5>
      <a:accent6>
        <a:srgbClr val="538135"/>
      </a:accent6>
      <a:hlink>
        <a:srgbClr val="4472C4"/>
      </a:hlink>
      <a:folHlink>
        <a:srgbClr val="954F72"/>
      </a:folHlink>
    </a:clrScheme>
    <a:fontScheme name="Roobert">
      <a:majorFont>
        <a:latin typeface="Roobert bold"/>
        <a:ea typeface=""/>
        <a:cs typeface=""/>
      </a:majorFont>
      <a:minorFont>
        <a:latin typeface="Roober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F4A78737296D44B9C0FDA063D431BDD" ma:contentTypeVersion="12" ma:contentTypeDescription="Stvaranje novog dokumenta." ma:contentTypeScope="" ma:versionID="5505016d88c2a2c2e94c43cb1a42ccef">
  <xsd:schema xmlns:xsd="http://www.w3.org/2001/XMLSchema" xmlns:xs="http://www.w3.org/2001/XMLSchema" xmlns:p="http://schemas.microsoft.com/office/2006/metadata/properties" xmlns:ns2="6a5cec3c-b857-4d55-a661-1a8fdc8fcb3c" xmlns:ns3="37ec1f5e-67c4-41fc-8f61-d37ccb2c36a1" targetNamespace="http://schemas.microsoft.com/office/2006/metadata/properties" ma:root="true" ma:fieldsID="d67f394a37e9e525bab642c8b2e81708" ns2:_="" ns3:_="">
    <xsd:import namespace="6a5cec3c-b857-4d55-a661-1a8fdc8fcb3c"/>
    <xsd:import namespace="37ec1f5e-67c4-41fc-8f61-d37ccb2c36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5cec3c-b857-4d55-a661-1a8fdc8fcb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ec1f5e-67c4-41fc-8f61-d37ccb2c36a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Zajednički se koristi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ji o zajedničkom korištenju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389E1F-108A-4E97-A066-6DC7E134E74F}">
  <ds:schemaRefs>
    <ds:schemaRef ds:uri="37ec1f5e-67c4-41fc-8f61-d37ccb2c36a1"/>
    <ds:schemaRef ds:uri="6a5cec3c-b857-4d55-a661-1a8fdc8fcb3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D1F5157-3899-4EC7-8C94-B90B2C6E4F3C}">
  <ds:schemaRefs>
    <ds:schemaRef ds:uri="37ec1f5e-67c4-41fc-8f61-d37ccb2c36a1"/>
    <ds:schemaRef ds:uri="6a5cec3c-b857-4d55-a661-1a8fdc8fcb3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1FBDF57-F604-4647-A6CF-70CDC37C9C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Široki zaslon</PresentationFormat>
  <Slides>31</Slides>
  <Notes>21</Notes>
  <HiddenSlides>0</HiddenSlides>
  <ScaleCrop>false</ScaleCrop>
  <HeadingPairs>
    <vt:vector size="4" baseType="variant">
      <vt:variant>
        <vt:lpstr>Tema</vt:lpstr>
      </vt:variant>
      <vt:variant>
        <vt:i4>3</vt:i4>
      </vt:variant>
      <vt:variant>
        <vt:lpstr>Naslovi slajdova</vt:lpstr>
      </vt:variant>
      <vt:variant>
        <vt:i4>31</vt:i4>
      </vt:variant>
    </vt:vector>
  </HeadingPairs>
  <TitlesOfParts>
    <vt:vector size="34" baseType="lpstr">
      <vt:lpstr>FER Dark</vt:lpstr>
      <vt:lpstr>FER_Light</vt:lpstr>
      <vt:lpstr>1_FER_Light</vt:lpstr>
      <vt:lpstr>Aplikacija za pomoć učenju sviranja klavira</vt:lpstr>
      <vt:lpstr>Motivacija - završni rad</vt:lpstr>
      <vt:lpstr>Opis problema</vt:lpstr>
      <vt:lpstr>Korištene tehnologije</vt:lpstr>
      <vt:lpstr>MusicXML format</vt:lpstr>
      <vt:lpstr>MIDI protokol</vt:lpstr>
      <vt:lpstr>SMuFL specifikacija i Bravura font</vt:lpstr>
      <vt:lpstr>Implementacija programa</vt:lpstr>
      <vt:lpstr>Početni zaslon</vt:lpstr>
      <vt:lpstr>Odabir pjesme s računala</vt:lpstr>
      <vt:lpstr>Nepodržani formati</vt:lpstr>
      <vt:lpstr>Odabir pjesme iz knjižnice</vt:lpstr>
      <vt:lpstr>Postavke klavijature</vt:lpstr>
      <vt:lpstr>Upravljanje MIDI uređajima</vt:lpstr>
      <vt:lpstr>Obrada MIDI poruka</vt:lpstr>
      <vt:lpstr>Glavni zaslon</vt:lpstr>
      <vt:lpstr>Prikaz jednog crtovlja</vt:lpstr>
      <vt:lpstr>Notni zapis</vt:lpstr>
      <vt:lpstr>Određivanje atributa</vt:lpstr>
      <vt:lpstr>Prikaz notnog zapisa</vt:lpstr>
      <vt:lpstr>Određivanje note</vt:lpstr>
      <vt:lpstr>Kontrolna linija</vt:lpstr>
      <vt:lpstr>Klavijatura</vt:lpstr>
      <vt:lpstr>Reprodukcija skladbe</vt:lpstr>
      <vt:lpstr>Povratna informacija</vt:lpstr>
      <vt:lpstr>Rezultati</vt:lpstr>
      <vt:lpstr>Problemčići</vt:lpstr>
      <vt:lpstr>Mogućnosti nadogradnje</vt:lpstr>
      <vt:lpstr>Još nadogradnji</vt:lpstr>
      <vt:lpstr>Zaključak?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Proin gravida nibh vel velit auctor aliquet. Aenean sollicitudin,</dc:title>
  <dc:creator>mislav.ucovic@gmail.com</dc:creator>
  <cp:revision>826</cp:revision>
  <cp:lastPrinted>2021-01-13T09:31:57Z</cp:lastPrinted>
  <dcterms:created xsi:type="dcterms:W3CDTF">2020-04-30T08:26:07Z</dcterms:created>
  <dcterms:modified xsi:type="dcterms:W3CDTF">2024-09-16T08:31:49Z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0x0101005F4A78737296D44B9C0FDA063D431BDD</vt:lpwstr>
  </property>
</Properties>
</file>